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1" r:id="rId16"/>
    <p:sldId id="272" r:id="rId17"/>
    <p:sldId id="273" r:id="rId18"/>
  </p:sldIdLst>
  <p:sldSz cx="24384000" cy="13716000"/>
  <p:notesSz cx="6858000" cy="9144000"/>
  <p:embeddedFontLst>
    <p:embeddedFont>
      <p:font typeface="KCC-Ganpan" panose="020B0600000101010101" charset="-127"/>
      <p:regular r:id="rId20"/>
    </p:embeddedFont>
    <p:embeddedFont>
      <p:font typeface="S-Core Dream 3 Light" panose="020B0600000101010101" charset="-127"/>
      <p:regular r:id="rId21"/>
    </p:embeddedFont>
    <p:embeddedFont>
      <p:font typeface="S-Core Dream 8 Heavy" panose="020B0600000101010101" charset="0"/>
      <p:bold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629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4DBEF-4A2B-4702-9E24-49A14B8E6312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A09C5-C185-426F-84F3-F6EF83291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48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A09C5-C185-426F-84F3-F6EF8329162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6635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8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1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26.png"/><Relationship Id="rId13" Type="http://schemas.openxmlformats.org/officeDocument/2006/relationships/image" Target="../media/image8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1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26.png"/><Relationship Id="rId13" Type="http://schemas.openxmlformats.org/officeDocument/2006/relationships/image" Target="../media/image8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8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13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37.png"/><Relationship Id="rId7" Type="http://schemas.openxmlformats.org/officeDocument/2006/relationships/image" Target="../media/image21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ideo" Target="https://www.youtube.com/embed/_fWpqZe0ZD4?feature=oembed" TargetMode="Externa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65.png"/><Relationship Id="rId14" Type="http://schemas.openxmlformats.org/officeDocument/2006/relationships/image" Target="../media/image7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71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65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21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61.png"/><Relationship Id="rId11" Type="http://schemas.openxmlformats.org/officeDocument/2006/relationships/image" Target="../media/image93.png"/><Relationship Id="rId12" Type="http://schemas.openxmlformats.org/officeDocument/2006/relationships/image" Target="../media/image65.png"/><Relationship Id="rId13" Type="http://schemas.openxmlformats.org/officeDocument/2006/relationships/image" Target="../media/image94.png"/><Relationship Id="rId14" Type="http://schemas.openxmlformats.org/officeDocument/2006/relationships/image" Target="../media/image95.png"/><Relationship Id="rId15" Type="http://schemas.openxmlformats.org/officeDocument/2006/relationships/image" Target="../media/image9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21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61.png"/><Relationship Id="rId11" Type="http://schemas.openxmlformats.org/officeDocument/2006/relationships/image" Target="../media/image84.png"/><Relationship Id="rId12" Type="http://schemas.openxmlformats.org/officeDocument/2006/relationships/image" Target="../media/image65.png"/><Relationship Id="rId13" Type="http://schemas.openxmlformats.org/officeDocument/2006/relationships/image" Target="../media/image94.png"/><Relationship Id="rId14" Type="http://schemas.openxmlformats.org/officeDocument/2006/relationships/image" Target="../media/image96.png"/><Relationship Id="rId15" Type="http://schemas.openxmlformats.org/officeDocument/2006/relationships/image" Target="../media/image10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21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Relationship Id="rId12" Type="http://schemas.openxmlformats.org/officeDocument/2006/relationships/image" Target="../media/image65.png"/><Relationship Id="rId13" Type="http://schemas.openxmlformats.org/officeDocument/2006/relationships/image" Target="../media/image112.png"/><Relationship Id="rId14" Type="http://schemas.openxmlformats.org/officeDocument/2006/relationships/image" Target="../media/image1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21.png"/><Relationship Id="rId8" Type="http://schemas.openxmlformats.org/officeDocument/2006/relationships/image" Target="../media/image118.png"/><Relationship Id="rId9" Type="http://schemas.openxmlformats.org/officeDocument/2006/relationships/image" Target="../media/image119.png"/><Relationship Id="rId10" Type="http://schemas.openxmlformats.org/officeDocument/2006/relationships/image" Target="../media/image61.png"/><Relationship Id="rId11" Type="http://schemas.openxmlformats.org/officeDocument/2006/relationships/image" Target="../media/image120.png"/><Relationship Id="rId12" Type="http://schemas.openxmlformats.org/officeDocument/2006/relationships/image" Target="../media/image65.png"/><Relationship Id="rId13" Type="http://schemas.openxmlformats.org/officeDocument/2006/relationships/image" Target="../media/image121.png"/><Relationship Id="rId14" Type="http://schemas.openxmlformats.org/officeDocument/2006/relationships/image" Target="../media/image122.png"/><Relationship Id="rId15" Type="http://schemas.openxmlformats.org/officeDocument/2006/relationships/image" Target="../media/image123.png"/><Relationship Id="rId16" Type="http://schemas.openxmlformats.org/officeDocument/2006/relationships/image" Target="../media/image124.png"/><Relationship Id="rId17" Type="http://schemas.openxmlformats.org/officeDocument/2006/relationships/image" Target="../media/image125.png"/><Relationship Id="rId18" Type="http://schemas.openxmlformats.org/officeDocument/2006/relationships/image" Target="../media/image126.png"/><Relationship Id="rId19" Type="http://schemas.openxmlformats.org/officeDocument/2006/relationships/image" Target="../media/image1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21.png"/><Relationship Id="rId8" Type="http://schemas.openxmlformats.org/officeDocument/2006/relationships/image" Target="../media/image132.png"/><Relationship Id="rId9" Type="http://schemas.openxmlformats.org/officeDocument/2006/relationships/image" Target="../media/image133.png"/><Relationship Id="rId10" Type="http://schemas.openxmlformats.org/officeDocument/2006/relationships/image" Target="../media/image61.png"/><Relationship Id="rId11" Type="http://schemas.openxmlformats.org/officeDocument/2006/relationships/image" Target="../media/image84.png"/><Relationship Id="rId12" Type="http://schemas.openxmlformats.org/officeDocument/2006/relationships/image" Target="../media/image65.png"/><Relationship Id="rId13" Type="http://schemas.openxmlformats.org/officeDocument/2006/relationships/image" Target="../media/image124.png"/><Relationship Id="rId14" Type="http://schemas.openxmlformats.org/officeDocument/2006/relationships/image" Target="../media/image134.png"/><Relationship Id="rId15" Type="http://schemas.openxmlformats.org/officeDocument/2006/relationships/image" Target="../media/image126.png"/><Relationship Id="rId16" Type="http://schemas.openxmlformats.org/officeDocument/2006/relationships/image" Target="../media/image1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image" Target="../media/image21.png"/><Relationship Id="rId8" Type="http://schemas.openxmlformats.org/officeDocument/2006/relationships/image" Target="../media/image140.pn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Relationship Id="rId11" Type="http://schemas.openxmlformats.org/officeDocument/2006/relationships/image" Target="../media/image143.png"/><Relationship Id="rId12" Type="http://schemas.openxmlformats.org/officeDocument/2006/relationships/image" Target="../media/image144.png"/><Relationship Id="rId13" Type="http://schemas.openxmlformats.org/officeDocument/2006/relationships/image" Target="../media/image145.png"/><Relationship Id="rId14" Type="http://schemas.openxmlformats.org/officeDocument/2006/relationships/image" Target="../media/image65.png"/><Relationship Id="rId15" Type="http://schemas.openxmlformats.org/officeDocument/2006/relationships/image" Target="../media/image14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21.png"/><Relationship Id="rId8" Type="http://schemas.openxmlformats.org/officeDocument/2006/relationships/image" Target="../media/image151.png"/><Relationship Id="rId9" Type="http://schemas.openxmlformats.org/officeDocument/2006/relationships/image" Target="../media/image152.png"/><Relationship Id="rId10" Type="http://schemas.openxmlformats.org/officeDocument/2006/relationships/image" Target="../media/image153.png"/><Relationship Id="rId11" Type="http://schemas.openxmlformats.org/officeDocument/2006/relationships/image" Target="../media/image154.png"/><Relationship Id="rId12" Type="http://schemas.openxmlformats.org/officeDocument/2006/relationships/image" Target="../media/image65.png"/><Relationship Id="rId13" Type="http://schemas.openxmlformats.org/officeDocument/2006/relationships/image" Target="../media/image155.png"/><Relationship Id="rId14" Type="http://schemas.openxmlformats.org/officeDocument/2006/relationships/image" Target="../media/image156.png"/><Relationship Id="rId15" Type="http://schemas.openxmlformats.org/officeDocument/2006/relationships/image" Target="../media/image1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7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Relationship Id="rId6" Type="http://schemas.openxmlformats.org/officeDocument/2006/relationships/image" Target="../media/image160.png"/><Relationship Id="rId7" Type="http://schemas.openxmlformats.org/officeDocument/2006/relationships/image" Target="../media/image21.png"/><Relationship Id="rId8" Type="http://schemas.openxmlformats.org/officeDocument/2006/relationships/image" Target="../media/image161.png"/><Relationship Id="rId9" Type="http://schemas.openxmlformats.org/officeDocument/2006/relationships/image" Target="../media/image162.png"/><Relationship Id="rId10" Type="http://schemas.openxmlformats.org/officeDocument/2006/relationships/image" Target="../media/image163.png"/><Relationship Id="rId11" Type="http://schemas.openxmlformats.org/officeDocument/2006/relationships/image" Target="../media/image164.png"/><Relationship Id="rId12" Type="http://schemas.openxmlformats.org/officeDocument/2006/relationships/image" Target="../media/image165.png"/><Relationship Id="rId13" Type="http://schemas.openxmlformats.org/officeDocument/2006/relationships/image" Target="../media/image166.png"/><Relationship Id="rId14" Type="http://schemas.openxmlformats.org/officeDocument/2006/relationships/image" Target="../media/image167.png"/><Relationship Id="rId15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6.png"/><Relationship Id="rId8" Type="http://schemas.openxmlformats.org/officeDocument/2006/relationships/image" Target="../media/image172.png"/><Relationship Id="rId9" Type="http://schemas.openxmlformats.org/officeDocument/2006/relationships/image" Target="../media/image8.png"/><Relationship Id="rId10" Type="http://schemas.openxmlformats.org/officeDocument/2006/relationships/image" Target="../media/image173.png"/><Relationship Id="rId11" Type="http://schemas.openxmlformats.org/officeDocument/2006/relationships/image" Target="../media/image174.png"/><Relationship Id="rId12" Type="http://schemas.openxmlformats.org/officeDocument/2006/relationships/image" Target="../media/image175.png"/><Relationship Id="rId13" Type="http://schemas.openxmlformats.org/officeDocument/2006/relationships/image" Target="../media/image176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77.png"/><Relationship Id="rId17" Type="http://schemas.openxmlformats.org/officeDocument/2006/relationships/image" Target="../media/image1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전통놀이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Koreyaning an'anaviy o'yinlari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9500" y="3721100"/>
            <a:ext cx="42926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94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SCHOOL #107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016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안녕하세요!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Assalomu alaykum!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7002567"/>
            <a:ext cx="8978900" cy="2137729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581400" y="7665031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9650623"/>
            <a:ext cx="8978900" cy="2137729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581400" y="10313087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33300" y="7002567"/>
            <a:ext cx="8978900" cy="2137729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042900" y="7665031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33300" y="9650623"/>
            <a:ext cx="8978900" cy="2137729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042900" y="10313087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4584700" y="7304308"/>
            <a:ext cx="71099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명절&amp;기념일 퀴즈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 bayramlari va xotira kunlari viktorinasi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9300" y="9732919"/>
            <a:ext cx="71353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 공예 체험 - 딱지 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 an'anaviy hunarmandchiligi tajribasi – Ddakji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47800" y="7304308"/>
            <a:ext cx="7289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 공예 체험 - 탈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 an'anaviy hunarmandchiligi tajribasi – Niqob (Tal)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47800" y="9952364"/>
            <a:ext cx="70083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활동 소감 나누기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Faoliyat taassurotlarini o'zaro baham ko'rish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313400" y="8509000"/>
            <a:ext cx="2959100" cy="5486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904200" y="8509000"/>
            <a:ext cx="3479800" cy="5486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532100" y="10934700"/>
            <a:ext cx="33909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4762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퀴즈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Viktorina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6527889"/>
            <a:ext cx="18300700" cy="1598387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568700" y="6920682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84500" y="8481965"/>
            <a:ext cx="18300700" cy="1598387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581400" y="8874758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1200" y="6610185"/>
            <a:ext cx="16598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한국의 설날은 음력 1월 15일이다? ---------------- ( O / X )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Koreyaning Seollal (Yangi yil) bayrami oy taqvimi bo'yicha 1-oyning 15-kunida nishonlanadi. ( O / X 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97400" y="8680498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한국의 추수감사절 이름은?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Koreyaning shukronalik (hosil) bayramining nomi qanday?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4500" y="10436041"/>
            <a:ext cx="18300700" cy="1598387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3581400" y="10828834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70400" y="10634574"/>
            <a:ext cx="16725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한국은 광복절에 태극기를 건다?  ----------------- ( O / X )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Koreyada Ozodlik kunida (Gwangbokjeol) davlat bayrog'i (Taegukgi) osiladi. ( O / X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63D72-F130-8CDE-A46E-31A37EFE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1DD4F08-6A4F-5AF3-DDCA-B6C2149591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426822C-0CA9-B30B-E80A-C1D0C035EAB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1ED617A-461C-ACA2-A01F-1BED729864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A5DC241-2EE9-44FF-72BC-94AC1BA7DCD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E1B0D95-84C3-3288-37E2-7CF6DB69297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886532D-1D43-02E3-0824-FDC9AAF0561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0F14AAC-6007-C381-032E-52DF36033B9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D6471112-5937-9F18-E43B-7B34CE22991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04F124A-4DD4-833E-F972-EBD8CDB1F0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A139972-EF52-4C84-0E67-D82948AA2C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D28F4FB3-62FA-7ABD-49BC-6A8D511D9E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7C73DF15-2622-0C63-C815-B5F262EE3A84}"/>
              </a:ext>
            </a:extLst>
          </p:cNvPr>
          <p:cNvSpPr txBox="1"/>
          <p:nvPr/>
        </p:nvSpPr>
        <p:spPr>
          <a:xfrm>
            <a:off x="4762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퀴즈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Viktorina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B312C6D0-1A50-2DB6-D55D-27057567DB8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26E11CA4-229F-B6C8-6841-8F75A8DF899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6373368"/>
            <a:ext cx="18300700" cy="1804416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DA9EA463-A1BA-5CAF-47C2-B8E5193970F8}"/>
              </a:ext>
            </a:extLst>
          </p:cNvPr>
          <p:cNvSpPr txBox="1"/>
          <p:nvPr/>
        </p:nvSpPr>
        <p:spPr>
          <a:xfrm>
            <a:off x="3568700" y="6869176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 dirty="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BBB4C9C1-2984-D869-77FF-74D64F7565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84500" y="8378952"/>
            <a:ext cx="18300700" cy="1804416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E87A2C30-04F7-0F34-3150-17E3F7A81B8F}"/>
              </a:ext>
            </a:extLst>
          </p:cNvPr>
          <p:cNvSpPr txBox="1"/>
          <p:nvPr/>
        </p:nvSpPr>
        <p:spPr>
          <a:xfrm>
            <a:off x="3581400" y="887476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 dirty="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05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1B16905-D0B5-5484-E4AE-73A59AA6AFEE}"/>
              </a:ext>
            </a:extLst>
          </p:cNvPr>
          <p:cNvSpPr txBox="1"/>
          <p:nvPr/>
        </p:nvSpPr>
        <p:spPr>
          <a:xfrm>
            <a:off x="4521200" y="6674916"/>
            <a:ext cx="16598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</a:t>
            </a:r>
            <a:r>
              <a:rPr lang="ko-KR" alt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은</a:t>
            </a:r>
            <a:r>
              <a:rPr lang="en-US" altLang="ko-KR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ko-KR" altLang="en-US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어린이를 위한 날이 있다</a:t>
            </a:r>
            <a:r>
              <a:rPr lang="en-US" altLang="ko-KR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?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---------------- ( O / X )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Koreyada bolalarga atalgan maxsus kun bor. ( O / X )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F60176A-39B6-777B-29A6-70B3C43AB9B5}"/>
              </a:ext>
            </a:extLst>
          </p:cNvPr>
          <p:cNvSpPr txBox="1"/>
          <p:nvPr/>
        </p:nvSpPr>
        <p:spPr>
          <a:xfrm>
            <a:off x="4597400" y="8539830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다섯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개의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작고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동그란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돌을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던져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손으로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잡으며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노는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en-US" altLang="ko-KR" sz="4800" dirty="0" err="1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놀이</a:t>
            </a:r>
            <a:r>
              <a:rPr lang="ko-KR" altLang="en-US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는</a:t>
            </a:r>
            <a:r>
              <a:rPr lang="en-US" altLang="ko-KR" sz="48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?</a:t>
            </a:r>
          </a:p>
          <a:p>
            <a:pPr lvl="0">
              <a:lnSpc>
                <a:spcPct val="99600"/>
              </a:lnSpc>
              <a:spcBef>
                <a:spcPts val="504"/>
              </a:spcBef>
            </a:pPr>
            <a:r>
              <a:rPr lang="uz-Latn-UZ" altLang="ko-KR" sz="2800" dirty="0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Beshta kichik dumaloq toshni otib, qo'l bilan ilib o'ynaladigan o'yin nima deb ataladi?</a:t>
            </a:r>
          </a:p>
        </p:txBody>
      </p:sp>
      <p:pic>
        <p:nvPicPr>
          <p:cNvPr id="21" name="Picture 21">
            <a:extLst>
              <a:ext uri="{FF2B5EF4-FFF2-40B4-BE49-F238E27FC236}">
                <a16:creationId xmlns:a16="http://schemas.microsoft.com/office/drawing/2014/main" id="{28E8795E-1CD7-3EAA-CBA1-FB8C4645B1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4500" y="10384536"/>
            <a:ext cx="18300700" cy="1804416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3898F692-B1BF-DF4F-077E-990C2271566F}"/>
              </a:ext>
            </a:extLst>
          </p:cNvPr>
          <p:cNvSpPr txBox="1"/>
          <p:nvPr/>
        </p:nvSpPr>
        <p:spPr>
          <a:xfrm>
            <a:off x="3581400" y="10880344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 dirty="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06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AB4470-CA19-7F5F-5618-9DFC9DFD7C89}"/>
              </a:ext>
            </a:extLst>
          </p:cNvPr>
          <p:cNvSpPr txBox="1"/>
          <p:nvPr/>
        </p:nvSpPr>
        <p:spPr>
          <a:xfrm>
            <a:off x="4470400" y="10466832"/>
            <a:ext cx="167259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ko-KR" altLang="en-US" sz="4536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팽이치기는 팽이를 오래 돌리는 사람이 이긴다</a:t>
            </a:r>
            <a:r>
              <a:rPr lang="en-US" altLang="ko-KR" sz="4536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?</a:t>
            </a: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--------- </a:t>
            </a:r>
            <a:r>
              <a:rPr lang="en-US" sz="4536" b="0" i="0" u="none" strike="noStrike" cap="all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( O / X )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altLang="en-US" sz="2800" cap="non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Pirildoq (paxmoq) o'yinida uni eng uzoq aylantirgan kishi g'olib bo'ladi. ( O / X )</a:t>
            </a:r>
          </a:p>
        </p:txBody>
      </p:sp>
    </p:spTree>
    <p:extLst>
      <p:ext uri="{BB962C8B-B14F-4D97-AF65-F5344CB8AC3E}">
        <p14:creationId xmlns:p14="http://schemas.microsoft.com/office/powerpoint/2010/main" val="33611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 공예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900" y="3721100"/>
            <a:ext cx="2006600" cy="113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51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</a:t>
            </a:r>
            <a:r>
              <a:rPr lang="en-US" sz="2666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666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an'anaviy</a:t>
            </a:r>
            <a:r>
              <a:rPr lang="en-US" sz="2666" b="1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666" b="1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hunarmandchiligi</a:t>
            </a:r>
            <a:endParaRPr lang="en-US" sz="2666" b="1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3225800" y="3848100"/>
            <a:ext cx="8864600" cy="754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1900" y="4102100"/>
            <a:ext cx="8445500" cy="7416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Ddakji yasash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58800" y="4102100"/>
            <a:ext cx="7759700" cy="793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Ddakji yasash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6" name="온라인 미디어 15" title="[안녕미술아] 전통 색칠 민화 딱지놀이">
            <a:hlinkClick r:id="" action="ppaction://media"/>
            <a:extLst>
              <a:ext uri="{FF2B5EF4-FFF2-40B4-BE49-F238E27FC236}">
                <a16:creationId xmlns:a16="http://schemas.microsoft.com/office/drawing/2014/main" id="{ECAB1B63-5D0A-62DC-B22D-220C467BC55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4"/>
          <a:stretch>
            <a:fillRect/>
          </a:stretch>
        </p:blipFill>
        <p:spPr>
          <a:xfrm>
            <a:off x="4572000" y="3679368"/>
            <a:ext cx="15240000" cy="861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Ddakji yasash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0900" y="4064000"/>
            <a:ext cx="12763500" cy="6311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52000"/>
          </a:blip>
          <a:stretch>
            <a:fillRect/>
          </a:stretch>
        </p:blipFill>
        <p:spPr>
          <a:xfrm>
            <a:off x="4089400" y="10972800"/>
            <a:ext cx="16459200" cy="1489221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4363720" y="11150600"/>
            <a:ext cx="1591056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2장의 딱지종이를 접는 선을 따라 접기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Ikkita ddakji qog'ozini buklama chiziqlari bo'ylab buklang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사진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출처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: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안녕미술아</a:t>
            </a:r>
            <a:r>
              <a:rPr lang="en-US" sz="2464" b="0" i="0" u="none" strike="noStrike" dirty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 </a:t>
            </a:r>
            <a:r>
              <a:rPr lang="en-US" sz="2464" b="0" i="0" u="none" strike="noStrike" dirty="0" err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유튜브</a:t>
            </a:r>
            <a:endParaRPr lang="en-US" sz="2464" b="0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sz="2800" b="0" i="0" u="none" strike="noStrike" dirty="0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Tayyorlash rasmlari manbasi: "Annyeong Misura" YouTube kanali</a:t>
            </a:r>
            <a:endParaRPr lang="en-US" sz="2800" b="0" i="0" u="none" strike="noStrike" dirty="0" cap="none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Ddakji yasash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4089400" y="10972800"/>
            <a:ext cx="16459200" cy="1489221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두 장의 딱지종이를 민화가 가운데 오게 겹친 후 뒤집기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Ikkita ddakji qog'ozini naqsh o'rtaga keladigan qilib ustma-ust qo'yib, ag'daring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3200" y="3822700"/>
            <a:ext cx="10007600" cy="6769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04800" y="3822700"/>
            <a:ext cx="8877300" cy="6769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 사진 출처: 안녕미술아 유튜브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Tayyorlash rasmlari manbasi: "Annyeong Misura" YouTube kanali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Ddakji yasash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4089400" y="10972800"/>
            <a:ext cx="16459200" cy="1489221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숫자가 보이도록 놓은 뒤 번호 순서대로 접기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Raqamlar ko'rinib turadigan qilib qo'ygach, raqamlar tartibida buklang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4900" y="3822700"/>
            <a:ext cx="8877300" cy="6769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 사진 출처: 안녕미술아 유튜브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Tayyorlash rasmlari manbasi: "Annyeong Misura" YouTube kanali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50800" y="3822700"/>
            <a:ext cx="8204200" cy="676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 만들기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Ddakji yasash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4089400" y="10972800"/>
            <a:ext cx="16459200" cy="1489221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마지막 부분(4번)은 종이 안쪽으로 집어넣기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Oxirgi qismni (4-raqam) qog'ozning ichiga qistirib qo'ying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5900" y="129921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464" b="0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제작법 사진 출처: 안녕미술아 유튜브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Tayyorlash rasmlari manbasi: "Annyeong Misura" YouTube kanali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81800" y="4140200"/>
            <a:ext cx="11049000" cy="6261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딱지치기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Ddakji o'yini (Ddakjichigi)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4700" y="5870448"/>
            <a:ext cx="12458700" cy="1469136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274300" y="6198616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7540752"/>
            <a:ext cx="12458700" cy="1469136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274300" y="786892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9211056"/>
            <a:ext cx="12458700" cy="1469136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9539224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7600" y="6004356"/>
            <a:ext cx="105897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가위바위보 하기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Tosh-qaychi-qog'oz o'ynash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0" y="7674660"/>
            <a:ext cx="105897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진 사람: 딱지 내려놓기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Yutqazgan o'yinchi: ddakjisini yerga qo'yadi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14100" y="9293352"/>
            <a:ext cx="106532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이긴 사람: 내 딱지로 상대의 딱지 내려치기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Yutgan o'yinchi: ddakjisi bilan raqibnikiga uradi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501921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534920" y="4559300"/>
            <a:ext cx="1931416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놓인 상대방의 딱지를 내 딱지로 쳐서 뒤집거나 선 밖으로 밀어내는 놀이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Yerda turgan raqib ddakjisini o'z ddakjing bilan urib ag'darish yoki chiziqdan tashqariga chiqarish o'yini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60600" y="5727700"/>
            <a:ext cx="6946900" cy="49911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0165574">
            <a:off x="19062700" y="1536700"/>
            <a:ext cx="3530600" cy="3530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>
            <a:alphaModFix amt="52000"/>
          </a:blip>
          <a:stretch>
            <a:fillRect/>
          </a:stretch>
        </p:blipFill>
        <p:spPr>
          <a:xfrm>
            <a:off x="2260600" y="10985500"/>
            <a:ext cx="19862800" cy="1489221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2534920" y="11163300"/>
            <a:ext cx="1931416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 딱지가 뒤집어지거나, 바람에 넘어가면 그 딱지를 획득!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Raqib ddakjisi ag'darilsa yoki uchib ketib ag'darilsa, o'sha ddakji seniki bo'ladi!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딱지치기 놀이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Ddakji o'yini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35200" y="4114800"/>
            <a:ext cx="19862800" cy="1079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937000" y="43053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다같이 딱지를 쳐 봅시다!</a:t>
            </a: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Keling, hammamiz birga ddakji o'ynaymiz!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72600" y="10515600"/>
            <a:ext cx="5575300" cy="156359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9646920" y="10845800"/>
            <a:ext cx="502666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제한시간: 10분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Belgilangan vaqt: 10 daqiqa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0367700">
            <a:off x="2006600" y="4419600"/>
            <a:ext cx="3530600" cy="3530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88000" y="8153400"/>
            <a:ext cx="4546600" cy="4038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4025900" y="5651500"/>
            <a:ext cx="16522700" cy="454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971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정해진 시간 안에</a:t>
            </a:r>
          </a:p>
          <a:p>
            <a:pPr lvl="0" algn="ctr">
              <a:lnSpc>
                <a:spcPct val="116199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Belgilangan vaqt ichida</a:t>
            </a:r>
          </a:p>
          <a:p>
            <a:pPr lvl="0" algn="ctr">
              <a:lnSpc>
                <a:spcPct val="116199"/>
              </a:lnSpc>
            </a:pPr>
            <a:r>
              <a:rPr lang="en-US" sz="5971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상대팀의 딱지를 더 많이 가져와 봅시다!</a:t>
            </a:r>
          </a:p>
          <a:p>
            <a:pPr lvl="0" algn="ctr">
              <a:lnSpc>
                <a:spcPct val="116199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raqib jamoaning ddakjilaridan ko'proq yutib olishga harakat qilamiz!</a:t>
            </a:r>
          </a:p>
          <a:p>
            <a:pPr lvl="0" algn="ctr">
              <a:lnSpc>
                <a:spcPct val="116199"/>
              </a:lnSpc>
            </a:pPr>
            <a:endParaRPr lang="en-US" sz="5971" b="0" i="0" u="none" strike="noStrike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116199"/>
              </a:lnSpc>
            </a:pPr>
            <a:r>
              <a:rPr lang="en-US" sz="3838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 팀의 딱지는 최대 2개까지 뺏을 수 있습니다.</a:t>
            </a:r>
          </a:p>
          <a:p>
            <a:pPr lvl="0" algn="ctr">
              <a:lnSpc>
                <a:spcPct val="116199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Bitta jamoadan ko'pi bilan 2 tagacha ddakji yutib olish mumkin.</a:t>
            </a:r>
          </a:p>
          <a:p>
            <a:pPr lvl="0" algn="ctr">
              <a:lnSpc>
                <a:spcPct val="116199"/>
              </a:lnSpc>
            </a:pPr>
            <a:r>
              <a:rPr lang="en-US" sz="3838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 팀에게 2개를 빼앗았다면 다른 팀에게 도전!</a:t>
            </a:r>
          </a:p>
          <a:p>
            <a:pPr lvl="0" algn="ctr">
              <a:lnSpc>
                <a:spcPct val="116199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Bir jamoadan 2 ta yutib olsangiz, boshqa jamoaga qarshi bellashing!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3225800" y="3848100"/>
            <a:ext cx="8864600" cy="754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1900" y="4102100"/>
            <a:ext cx="8445500" cy="7416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84100" y="4597400"/>
            <a:ext cx="9207500" cy="7086600"/>
          </a:xfrm>
          <a:prstGeom prst="rect">
            <a:avLst/>
          </a:prstGeom>
        </p:spPr>
      </p:pic>
      <p:sp>
        <p:nvSpPr>
          <p:cNvPr id="21" name="TextBox 14">
            <a:extLst>
              <a:ext uri="{FF2B5EF4-FFF2-40B4-BE49-F238E27FC236}">
                <a16:creationId xmlns:a16="http://schemas.microsoft.com/office/drawing/2014/main" id="{F2616BBA-EE86-7F51-08CF-BD80A6D7562F}"/>
              </a:ext>
            </a:extLst>
          </p:cNvPr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탈</a:t>
            </a:r>
            <a:r>
              <a:rPr lang="en-US" altLang="ko-KR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altLang="en-US" sz="2800" dirty="0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Niqob (Tal) yasash</a:t>
            </a:r>
            <a:endParaRPr lang="en-US" sz="2800" b="0" i="0" u="none" strike="noStrike" spc="-400" dirty="0" cap="none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5200" y="4546600"/>
            <a:ext cx="8166100" cy="5664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41200" y="4546600"/>
            <a:ext cx="8737600" cy="5664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52000"/>
          </a:blip>
          <a:stretch>
            <a:fillRect/>
          </a:stretch>
        </p:blipFill>
        <p:spPr>
          <a:xfrm>
            <a:off x="4089400" y="10972800"/>
            <a:ext cx="16459200" cy="1489221"/>
          </a:xfrm>
          <a:prstGeom prst="rect">
            <a:avLst/>
          </a:prstGeom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1863427F-A2A6-B109-C18C-D928FB3DCD92}"/>
              </a:ext>
            </a:extLst>
          </p:cNvPr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탈</a:t>
            </a:r>
            <a:r>
              <a:rPr lang="en-US" altLang="ko-KR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 </a:t>
            </a:r>
            <a:r>
              <a:rPr lang="ko-KR" altLang="en-US" sz="12757" spc="-400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만들기</a:t>
            </a:r>
            <a:endParaRPr lang="en-US" sz="12757" b="0" i="0" u="none" strike="noStrike" spc="-400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altLang="en-US" sz="2800" dirty="0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Niqob (Tal) yasash</a:t>
            </a:r>
            <a:endParaRPr lang="en-US" sz="2800" b="0" i="0" u="none" strike="noStrike" spc="-400" dirty="0" cap="none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2C35F74-D081-5F72-6BF4-55358C6AFF40}"/>
              </a:ext>
            </a:extLst>
          </p:cNvPr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색종이를 찢고</a:t>
            </a:r>
            <a:r>
              <a:rPr lang="en-US" altLang="ko-KR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, </a:t>
            </a:r>
            <a:r>
              <a:rPr lang="ko-KR" altLang="en-US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오리고</a:t>
            </a:r>
            <a:r>
              <a:rPr lang="en-US" altLang="ko-KR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, </a:t>
            </a:r>
            <a:r>
              <a:rPr lang="ko-KR" altLang="en-US" sz="3999" dirty="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붙여서 꾸미기</a:t>
            </a:r>
            <a:endParaRPr lang="en-US" sz="3999" b="0" i="0" u="none" strike="noStrike" dirty="0">
              <a:solidFill>
                <a:srgbClr val="353535"/>
              </a:solidFill>
              <a:latin typeface="KCC-Ganpan"/>
              <a:ea typeface="KCC-Ganpan"/>
              <a:cs typeface="KCC-Ganpan"/>
            </a:endParaRPr>
          </a:p>
          <a:p>
            <a:pPr lvl="0" algn="ctr">
              <a:lnSpc>
                <a:spcPct val="99600"/>
              </a:lnSpc>
              <a:spcBef>
                <a:spcPts val="504"/>
              </a:spcBef>
            </a:pPr>
            <a:r>
              <a:rPr lang="uz-Latn-UZ" altLang="en-US" sz="2800" dirty="0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Rangli qog'ozni yirtib, qirqib va yopishtirib bezang</a:t>
            </a:r>
            <a:endParaRPr lang="en-US" sz="2800" b="0" i="0" u="none" strike="noStrike" dirty="0" cap="none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016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오늘의 활동 마무리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Bugungi mashg'ulot yakuni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7584080"/>
            <a:ext cx="18300700" cy="126546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581400" y="781041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9987100"/>
            <a:ext cx="18440400" cy="126546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581400" y="1021343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584700" y="7666376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모두 함께 활동 소감 이야기 나누기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Hammamiz birgalikda mashg'ulot taassurotlarini muhokama qilamiz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84700" y="10069396"/>
            <a:ext cx="16571468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학습 및 활동 내용 요약</a:t>
            </a:r>
          </a:p>
          <a:p>
            <a:pPr lvl="0" algn="l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O'rganilgan va bajarilgan ishlar mazmunini umumlashtirish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감사합니다!</a:t>
            </a:r>
          </a:p>
          <a:p>
            <a:pPr lvl="0" algn="ctr">
              <a:lnSpc>
                <a:spcPct val="78020"/>
              </a:lnSpc>
              <a:spcBef>
                <a:spcPts val="504"/>
              </a:spcBef>
            </a:pPr>
            <a:r>
              <a:rPr lang="uz-Latn-UZ" sz="2800" b="0" i="0" u="none" strike="noStrike" cap="non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Rahmat!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9500" y="3721100"/>
            <a:ext cx="42926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94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SCHOOL #107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304</Words>
  <Application>Microsoft Office PowerPoint</Application>
  <PresentationFormat>사용자 지정</PresentationFormat>
  <Paragraphs>79</Paragraphs>
  <Slides>17</Slides>
  <Notes>1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맑은 고딕</vt:lpstr>
      <vt:lpstr>S-Core Dream 3 Light</vt:lpstr>
      <vt:lpstr>Calibri</vt:lpstr>
      <vt:lpstr>S-Core Dream 8 Heavy</vt:lpstr>
      <vt:lpstr>KCC-Ganpan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이다은</dc:creator>
  <cp:lastModifiedBy>장지훈</cp:lastModifiedBy>
  <cp:revision>5</cp:revision>
  <dcterms:created xsi:type="dcterms:W3CDTF">2006-08-16T00:00:00Z</dcterms:created>
  <dcterms:modified xsi:type="dcterms:W3CDTF">2026-07-02T10:34:13Z</dcterms:modified>
</cp:coreProperties>
</file>