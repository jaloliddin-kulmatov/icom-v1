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embeddedFontLst>
    <p:embeddedFont>
      <p:font typeface="KCC-Ganpan" panose="02000600000000000000"/>
      <p:regular r:id="rId10"/>
    </p:embeddedFont>
    <p:embeddedFont>
      <p:font typeface="S-Core Dream 3 Light" panose="020B0600000101010101" pitchFamily="34" charset="-127"/>
      <p:regular r:id="rId11"/>
      <p:bold r:id="rId12"/>
      <p:italic r:id="rId13"/>
      <p:boldItalic r:id="rId14"/>
    </p:embeddedFont>
    <p:embeddedFont>
      <p:font typeface="S-Core Dream 8 Heavy" panose="020B0704020202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3" autoAdjust="0"/>
  </p:normalViewPr>
  <p:slideViewPr>
    <p:cSldViewPr>
      <p:cViewPr varScale="1">
        <p:scale>
          <a:sx n="50" d="100"/>
          <a:sy n="50" d="100"/>
        </p:scale>
        <p:origin x="9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46.png"/><Relationship Id="rId2" Type="http://schemas.openxmlformats.org/officeDocument/2006/relationships/image" Target="../media/image1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25.png"/><Relationship Id="rId5" Type="http://schemas.openxmlformats.org/officeDocument/2006/relationships/image" Target="../media/image37.png"/><Relationship Id="rId15" Type="http://schemas.openxmlformats.org/officeDocument/2006/relationships/image" Target="../media/image44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Relationship Id="rId1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6.png"/><Relationship Id="rId3" Type="http://schemas.openxmlformats.org/officeDocument/2006/relationships/image" Target="../media/image59.png"/><Relationship Id="rId7" Type="http://schemas.openxmlformats.org/officeDocument/2006/relationships/image" Target="../media/image5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5.png"/><Relationship Id="rId5" Type="http://schemas.openxmlformats.org/officeDocument/2006/relationships/image" Target="../media/image61.png"/><Relationship Id="rId10" Type="http://schemas.openxmlformats.org/officeDocument/2006/relationships/image" Target="../media/image24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5.png"/><Relationship Id="rId3" Type="http://schemas.openxmlformats.org/officeDocument/2006/relationships/image" Target="../media/image6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25.png"/><Relationship Id="rId5" Type="http://schemas.openxmlformats.org/officeDocument/2006/relationships/image" Target="../media/image70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7.png"/><Relationship Id="rId21" Type="http://schemas.openxmlformats.org/officeDocument/2006/relationships/image" Target="../media/image93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89.png"/><Relationship Id="rId2" Type="http://schemas.openxmlformats.org/officeDocument/2006/relationships/image" Target="../media/image1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4.png"/><Relationship Id="rId5" Type="http://schemas.openxmlformats.org/officeDocument/2006/relationships/image" Target="../media/image79.png"/><Relationship Id="rId15" Type="http://schemas.openxmlformats.org/officeDocument/2006/relationships/image" Target="../media/image87.png"/><Relationship Id="rId10" Type="http://schemas.openxmlformats.org/officeDocument/2006/relationships/image" Target="../media/image83.png"/><Relationship Id="rId19" Type="http://schemas.openxmlformats.org/officeDocument/2006/relationships/image" Target="../media/image91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18" Type="http://schemas.openxmlformats.org/officeDocument/2006/relationships/image" Target="../media/image106.png"/><Relationship Id="rId3" Type="http://schemas.openxmlformats.org/officeDocument/2006/relationships/image" Target="../media/image94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105.png"/><Relationship Id="rId2" Type="http://schemas.openxmlformats.org/officeDocument/2006/relationships/image" Target="../media/image1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1.png"/><Relationship Id="rId5" Type="http://schemas.openxmlformats.org/officeDocument/2006/relationships/image" Target="../media/image96.png"/><Relationship Id="rId15" Type="http://schemas.openxmlformats.org/officeDocument/2006/relationships/image" Target="../media/image103.png"/><Relationship Id="rId10" Type="http://schemas.openxmlformats.org/officeDocument/2006/relationships/image" Target="../media/image100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</a:t>
            </a:r>
            <a:r>
              <a:rPr lang="en-US" sz="151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51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151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</a:t>
            </a:r>
            <a:r>
              <a:rPr lang="en-US"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</a:t>
            </a:r>
            <a:r>
              <a:rPr lang="en-US"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o'yinlar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공기놀이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Gonggi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676900"/>
            <a:ext cx="12293600" cy="1384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01300" y="59817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0" y="7353300"/>
            <a:ext cx="12293600" cy="1384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401300" y="7645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9004300"/>
            <a:ext cx="12293600" cy="1384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401300" y="9296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5981700"/>
            <a:ext cx="98552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공깃돌을 뿌리기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Toshlarni yerga sochish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0" y="7645400"/>
            <a:ext cx="102235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하늘로 돌을 던지고, 바닥에 있는 돌을 집기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Toshni yuqoriga otib, yerdagi toshni olish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0" y="9296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 이상 바닥에 돌이 없을 때까지 반복하기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 tosh qolmaguncha takrorlash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 개의 작고 동그란 돌을 던져 손으로 잡으며 노는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 kichik dumaloq toshni havoga otib, qo'l bilan ilib o'ynaladigan o'yin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689600"/>
            <a:ext cx="5499100" cy="471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0629900"/>
            <a:ext cx="12293600" cy="1384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401300" y="109220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53800" y="10947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공기를 손등에 올린 후 채어잡기</a:t>
            </a:r>
          </a:p>
          <a:p>
            <a:pPr algn="l">
              <a:spcBef>
                <a:spcPts val="2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Toshlarni qo'l ustiga qo'yib, havoda ilib olish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774700" y="8128000"/>
            <a:ext cx="4737100" cy="6426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29974" y="9296400"/>
            <a:ext cx="7073900" cy="556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3705010" y="10490200"/>
            <a:ext cx="5194300" cy="27686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바닥에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있는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때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Yerdagi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toshni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olayotganda</a:t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주변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돌을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건드리면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실패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yon-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atrofdagi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toshga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tegsangiz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—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mag'lubiyat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한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번에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집는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돌의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개수를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늘려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가다가</a:t>
            </a:r>
            <a:endParaRPr sz="3515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Bir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martada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olinadigan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tosh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sonini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oshirib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borib</a:t>
            </a:r>
            <a:endParaRPr sz="1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다섯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개가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되면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3515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채어잡기</a:t>
            </a:r>
            <a:r>
              <a:rPr sz="3515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bo'lganda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havoda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ilib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1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oling</a:t>
            </a:r>
            <a:r>
              <a:rPr sz="1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제기차기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Jegichagi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800" y="3556000"/>
            <a:ext cx="7404100" cy="850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 제기 쥐기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qo'l bilan ushlash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가볍게 던져 올리기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Yengil qilib yuqoriga otish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떨어지지 않게 계속해서 차기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Yerga tushirmasdan tepishda davom etish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9664700" y="4368800"/>
            <a:ext cx="12458700" cy="1193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049000" y="4559300"/>
            <a:ext cx="98044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제기를 가지고 발로 차는 놀이</a:t>
            </a:r>
          </a:p>
          <a:p>
            <a:pPr algn="ctr">
              <a:spcBef>
                <a:spcPts val="3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oyoq bilan tepib o'ynaladigan o'yin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27300" y="4559300"/>
            <a:ext cx="193421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손바닥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크기의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네모난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던지거나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발로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차서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쓰러뜨리는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Kaft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kattaligidagi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to'rtburchak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toshni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qo'l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bilan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otib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yoki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oyoq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bilan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tepib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raqib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toshini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urib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ag'daradigan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2500" y="5753100"/>
            <a:ext cx="7759700" cy="655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4600" y="5753100"/>
            <a:ext cx="872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4140200"/>
            <a:ext cx="9359900" cy="8267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4038600"/>
            <a:ext cx="908050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4109456"/>
            <a:ext cx="8699500" cy="829844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4109456"/>
            <a:ext cx="9156700" cy="82984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 꽃이 피었습니다</a:t>
            </a:r>
          </a:p>
          <a:p>
            <a:pPr algn="ctr">
              <a:spcBef>
                <a:spcPts val="600"/>
              </a:spcBef>
            </a:pPr>
            <a:r>
              <a:rPr sz="2800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Mugunghwa guli ochildi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32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489200" y="4559300"/>
            <a:ext cx="193929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피었습니다'를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동안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술래에게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다가가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치고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달아나는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'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Mugunghwa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guli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ochildi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' deb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baqirayotganda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unga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yaqinlashib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uni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urib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qochadigan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0600" y="5816600"/>
            <a:ext cx="6070600" cy="341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2000" y="8686800"/>
            <a:ext cx="5918200" cy="3327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5727700"/>
            <a:ext cx="12458700" cy="160947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77600" y="6032500"/>
            <a:ext cx="1003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'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무궁화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꽃이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피었습니다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'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외치기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'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Mugunghwa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guli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ochildi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' deb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baqiradi</a:t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77600" y="7797800"/>
            <a:ext cx="10718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구호를 외치는 동안 다가가기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shior aytayotganda yaqinlashish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술래를 치고 달아나기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Quvlovchini urib qochish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21600" y="7797800"/>
            <a:ext cx="4737100" cy="6426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73300" y="9842500"/>
            <a:ext cx="7404100" cy="5562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400" y="10693400"/>
            <a:ext cx="7073900" cy="5562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494000" y="11442700"/>
            <a:ext cx="66929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다가간 사람은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Quvlovchiga yetib borgan odam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붙잡힌 사람을 풀어주고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ushlangan odamni ozod qilib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같이 도망갈 수 있어요!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birga qochib ketishi mumkin!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01200" y="11785600"/>
            <a:ext cx="5181600" cy="1701800"/>
          </a:xfrm>
          <a:prstGeom prst="rect">
            <a:avLst/>
          </a:prstGeom>
        </p:spPr>
        <p:txBody>
          <a:bodyPr lIns="0" tIns="46901" rIns="0" bIns="0" rtlCol="0" anchor="ctr"/>
          <a:lstStyle/>
          <a:p>
            <a:pPr lvl="0"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술래가 뒤를 돌아봤을 때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 orqasiga o'girilganda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움직이면 탈락!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qimirlagan odam o'yindan chiqadi!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sz="3515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술래에게 붙잡혀요!</a:t>
            </a: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sz="1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quvlovchiga tutilasiz!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r>
              <a:rPr lang="en-US" sz="12757" b="0" i="0" u="none" strike="noStrike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12757" b="0" i="0" u="none" strike="noStrike" spc="-4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둥글게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600"/>
              </a:spcBef>
            </a:pP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 </a:t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bo'lib</a:t>
            </a: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</a:t>
            </a:r>
            <a:r>
              <a:rPr sz="2800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800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bo'lib</a:t>
            </a:r>
            <a:endParaRPr sz="2800" b="1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5621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562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587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9321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손잡고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노래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부르며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돌기</a:t>
            </a:r>
            <a:endParaRPr lang="en-US" sz="4536" b="0" i="0" u="none" strike="noStrike" cap="all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l">
              <a:spcBef>
                <a:spcPts val="200"/>
              </a:spcBef>
            </a:pP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Qo'l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ushlashib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yasab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qo'shiq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aytib</a:t>
            </a:r>
            <a:r>
              <a:rPr sz="26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6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aylanish</a:t>
            </a:r>
            <a:endParaRPr sz="26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10388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술래가 부르는 숫자를 잘 듣기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Boshlovchi aytgan sonni diqqat bilan tinglash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숫자에 맞는 인원 수대로 그룹 만들기</a:t>
            </a:r>
          </a:p>
          <a:p>
            <a:pPr algn="l">
              <a:spcBef>
                <a:spcPts val="2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Songa mos ravishda o'sha sonli guruh tuzish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193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아이들과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함께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잡고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원을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율동에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맞춰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도는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신체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Bolalar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bilan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qo'l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ushlashib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yasab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,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musiqa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ohangida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aylanadigan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harakatli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</a:t>
            </a:r>
            <a:endParaRPr sz="2200" b="0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2260600" y="10985500"/>
            <a:ext cx="19862800" cy="129909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무리에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끼지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못했거나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숫자대로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못한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사람은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sz="3999" b="0" i="0" u="none" strike="noStrike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탈락</a:t>
            </a:r>
            <a:r>
              <a:rPr lang="en-US" sz="3999" b="0" i="0" u="none" strike="noStrike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!</a:t>
            </a:r>
          </a:p>
          <a:p>
            <a:pPr algn="ctr">
              <a:spcBef>
                <a:spcPts val="300"/>
              </a:spcBef>
            </a:pP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Guruhga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qo'shila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olmagan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yoki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belgilangan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songa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yetkaza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olmagan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odam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o'yindan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sz="2200" b="0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chiqadi</a:t>
            </a:r>
            <a:r>
              <a:rPr sz="2200" b="0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!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5791200"/>
            <a:ext cx="5283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418</Words>
  <Application>Microsoft Macintosh PowerPoint</Application>
  <PresentationFormat>Custom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S-Core Dream 3 Light</vt:lpstr>
      <vt:lpstr>S-Core Dream 8 Heavy</vt:lpstr>
      <vt:lpstr>Calibri</vt:lpstr>
      <vt:lpstr>Arial</vt:lpstr>
      <vt:lpstr>KCC-Ganpan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쿨마토프잘로리딘쿠사노비</cp:lastModifiedBy>
  <cp:revision>3</cp:revision>
  <dcterms:created xsi:type="dcterms:W3CDTF">2006-08-16T00:00:00Z</dcterms:created>
  <dcterms:modified xsi:type="dcterms:W3CDTF">2026-07-07T19:14:56Z</dcterms:modified>
</cp:coreProperties>
</file>