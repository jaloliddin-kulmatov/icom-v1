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1720" y="4389119"/>
            <a:ext cx="13898880" cy="1965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900" b="1">
                <a:solidFill>
                  <a:srgbClr val="0E6CA5"/>
                </a:solidFill>
                <a:latin typeface="Arial Rounded MT Bold"/>
              </a:rPr>
              <a:t>Ochilish marosimi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73936" y="1444752"/>
            <a:ext cx="4261104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6CA5"/>
                </a:solidFill>
                <a:latin typeface="Arial Rounded MT Bold"/>
              </a:rPr>
              <a:t>Kirish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6200" y="3182112"/>
            <a:ext cx="105156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3C3C3C"/>
                </a:solidFill>
                <a:latin typeface="Arial Rounded MT Bold"/>
              </a:rPr>
              <a:t>Men o'qituvchi va o'quvchilar vakilini tanishtirmoqchiman.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51960" y="6912863"/>
            <a:ext cx="97840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700" b="1">
                <a:solidFill>
                  <a:srgbClr val="0E6CA5"/>
                </a:solidFill>
                <a:latin typeface="Arial Rounded MT Bold"/>
              </a:rPr>
              <a:t>o'qituvchi: Yu Changho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21408" y="7790688"/>
            <a:ext cx="14045184" cy="11247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700" b="1">
                <a:solidFill>
                  <a:srgbClr val="0E6CA5"/>
                </a:solidFill>
                <a:latin typeface="Arial Rounded MT Bold"/>
              </a:rPr>
              <a:t>Talabalar vakili: Ryu Inno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22576" y="1444752"/>
            <a:ext cx="4443984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6CA5"/>
                </a:solidFill>
                <a:latin typeface="Arial Rounded MT Bold"/>
              </a:rPr>
              <a:t>Koreya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880360"/>
            <a:ext cx="15544800" cy="1033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900" b="1">
                <a:solidFill>
                  <a:srgbClr val="3C3C3C"/>
                </a:solidFill>
                <a:latin typeface="Arial Rounded MT Bold"/>
              </a:rPr>
              <a:t>Maktabimiz Janubiy Koreyaning Chonju shahrida joylashgan.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480560"/>
            <a:ext cx="3310127" cy="6400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Arial"/>
              </a:rPr>
              <a:t>Bosh darvoza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4334256"/>
            <a:ext cx="340156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300" b="0">
                <a:solidFill>
                  <a:srgbClr val="FFFFFF"/>
                </a:solidFill>
                <a:latin typeface="Arial"/>
              </a:rPr>
              <a:t>Talabalar markazi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9216" y="4480560"/>
            <a:ext cx="3438144" cy="6400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Arial"/>
              </a:rPr>
              <a:t>kutubxona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01216" y="4334256"/>
            <a:ext cx="343814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300" b="0">
                <a:solidFill>
                  <a:srgbClr val="FFFFFF"/>
                </a:solidFill>
                <a:latin typeface="Arial"/>
              </a:rPr>
              <a:t>Xalqaro markaz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42432" y="8247888"/>
            <a:ext cx="852220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474747"/>
                </a:solidFill>
                <a:latin typeface="Arial"/>
              </a:rPr>
              <a:t>Bular maktabning asosiy binolari.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22576" y="1371600"/>
            <a:ext cx="4261104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6CA5"/>
                </a:solidFill>
                <a:latin typeface="Arial Rounded MT Bold"/>
              </a:rPr>
              <a:t>O'quv rejasi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2999232"/>
            <a:ext cx="841248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3C3C3C"/>
                </a:solidFill>
                <a:latin typeface="Arial Rounded MT Bold"/>
              </a:rPr>
              <a:t>Siz to'rtta sohani o'rganasiz.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535424"/>
            <a:ext cx="3364992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Arial"/>
              </a:rPr>
              <a:t>an'anaviy o'yinlar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9216" y="4535424"/>
            <a:ext cx="343814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Arial"/>
              </a:rPr>
              <a:t>taekvondo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01216" y="4443983"/>
            <a:ext cx="343814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Arial"/>
              </a:rPr>
              <a:t>koreys tili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7" y="8266176"/>
            <a:ext cx="10405871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474747"/>
                </a:solidFill>
                <a:latin typeface="Arial"/>
              </a:rPr>
              <a:t>Oxirgi kuni siz bilan birga sahnada chiqamiz.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0" y="4718304"/>
            <a:ext cx="13350240" cy="1536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700" b="1">
                <a:solidFill>
                  <a:srgbClr val="0E6CA5"/>
                </a:solidFill>
                <a:latin typeface="Arial Rounded MT Bold"/>
              </a:rPr>
              <a:t>Uchrashuvdan xursandman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