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</p:sldIdLst>
  <p:sldSz cx="24384000" cy="13716000"/>
  <p:notesSz cx="6858000" cy="9144000"/>
  <p:embeddedFontLst>
    <p:embeddedFont>
      <p:font typeface="KCC-Ganpan" panose="020B0600000101010101" charset="-127"/>
      <p:regular r:id="rId20"/>
    </p:embeddedFont>
    <p:embeddedFont>
      <p:font typeface="S-Core Dream 3 Light" panose="020B0600000101010101" charset="-127"/>
      <p:regular r:id="rId21"/>
    </p:embeddedFont>
    <p:embeddedFont>
      <p:font typeface="S-Core Dream 8 Heavy" panose="020B0600000101010101" charset="0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9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4DBEF-4A2B-4702-9E24-49A14B8E6312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A09C5-C185-426F-84F3-F6EF83291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8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A09C5-C185-426F-84F3-F6EF832916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6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57.png"/><Relationship Id="rId2" Type="http://schemas.openxmlformats.org/officeDocument/2006/relationships/image" Target="../media/image1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64.png"/><Relationship Id="rId3" Type="http://schemas.openxmlformats.org/officeDocument/2006/relationships/image" Target="../media/image58.png"/><Relationship Id="rId7" Type="http://schemas.openxmlformats.org/officeDocument/2006/relationships/image" Target="../media/image21.png"/><Relationship Id="rId12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62.png"/><Relationship Id="rId5" Type="http://schemas.openxmlformats.org/officeDocument/2006/relationships/image" Target="../media/image60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9.png"/><Relationship Id="rId9" Type="http://schemas.openxmlformats.org/officeDocument/2006/relationships/image" Target="../media/image39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fWpqZe0ZD4?feature=oembed" TargetMode="Externa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5" Type="http://schemas.openxmlformats.org/officeDocument/2006/relationships/image" Target="../media/image86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3" Type="http://schemas.openxmlformats.org/officeDocument/2006/relationships/image" Target="../media/image87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96.png"/><Relationship Id="rId10" Type="http://schemas.openxmlformats.org/officeDocument/2006/relationships/image" Target="../media/image61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Relationship Id="rId14" Type="http://schemas.openxmlformats.org/officeDocument/2006/relationships/image" Target="../media/image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94.png"/><Relationship Id="rId3" Type="http://schemas.openxmlformats.org/officeDocument/2006/relationships/image" Target="../media/image97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84.png"/><Relationship Id="rId5" Type="http://schemas.openxmlformats.org/officeDocument/2006/relationships/image" Target="../media/image99.png"/><Relationship Id="rId15" Type="http://schemas.openxmlformats.org/officeDocument/2006/relationships/image" Target="../media/image103.png"/><Relationship Id="rId10" Type="http://schemas.openxmlformats.org/officeDocument/2006/relationships/image" Target="../media/image61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Relationship Id="rId14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3" Type="http://schemas.openxmlformats.org/officeDocument/2006/relationships/image" Target="../media/image104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1.png"/><Relationship Id="rId5" Type="http://schemas.openxmlformats.org/officeDocument/2006/relationships/image" Target="../media/image106.png"/><Relationship Id="rId10" Type="http://schemas.openxmlformats.org/officeDocument/2006/relationships/image" Target="../media/image110.png"/><Relationship Id="rId4" Type="http://schemas.openxmlformats.org/officeDocument/2006/relationships/image" Target="../media/image105.png"/><Relationship Id="rId9" Type="http://schemas.openxmlformats.org/officeDocument/2006/relationships/image" Target="../media/image109.png"/><Relationship Id="rId14" Type="http://schemas.openxmlformats.org/officeDocument/2006/relationships/image" Target="../media/image1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4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17" Type="http://schemas.openxmlformats.org/officeDocument/2006/relationships/image" Target="../media/image125.png"/><Relationship Id="rId2" Type="http://schemas.openxmlformats.org/officeDocument/2006/relationships/image" Target="../media/image1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0.png"/><Relationship Id="rId5" Type="http://schemas.openxmlformats.org/officeDocument/2006/relationships/image" Target="../media/image116.png"/><Relationship Id="rId15" Type="http://schemas.openxmlformats.org/officeDocument/2006/relationships/image" Target="../media/image123.png"/><Relationship Id="rId10" Type="http://schemas.openxmlformats.org/officeDocument/2006/relationships/image" Target="../media/image61.png"/><Relationship Id="rId19" Type="http://schemas.openxmlformats.org/officeDocument/2006/relationships/image" Target="../media/image127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Relationship Id="rId14" Type="http://schemas.openxmlformats.org/officeDocument/2006/relationships/image" Target="../media/image1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24.png"/><Relationship Id="rId3" Type="http://schemas.openxmlformats.org/officeDocument/2006/relationships/image" Target="../media/image128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84.png"/><Relationship Id="rId5" Type="http://schemas.openxmlformats.org/officeDocument/2006/relationships/image" Target="../media/image130.png"/><Relationship Id="rId15" Type="http://schemas.openxmlformats.org/officeDocument/2006/relationships/image" Target="../media/image126.png"/><Relationship Id="rId10" Type="http://schemas.openxmlformats.org/officeDocument/2006/relationships/image" Target="../media/image61.png"/><Relationship Id="rId4" Type="http://schemas.openxmlformats.org/officeDocument/2006/relationships/image" Target="../media/image129.png"/><Relationship Id="rId9" Type="http://schemas.openxmlformats.org/officeDocument/2006/relationships/image" Target="../media/image133.png"/><Relationship Id="rId14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image" Target="../media/image21.png"/><Relationship Id="rId12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3.png"/><Relationship Id="rId5" Type="http://schemas.openxmlformats.org/officeDocument/2006/relationships/image" Target="../media/image138.png"/><Relationship Id="rId15" Type="http://schemas.openxmlformats.org/officeDocument/2006/relationships/image" Target="../media/image146.png"/><Relationship Id="rId10" Type="http://schemas.openxmlformats.org/officeDocument/2006/relationships/image" Target="../media/image142.png"/><Relationship Id="rId4" Type="http://schemas.openxmlformats.org/officeDocument/2006/relationships/image" Target="../media/image137.png"/><Relationship Id="rId9" Type="http://schemas.openxmlformats.org/officeDocument/2006/relationships/image" Target="../media/image141.png"/><Relationship Id="rId1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5.png"/><Relationship Id="rId3" Type="http://schemas.openxmlformats.org/officeDocument/2006/relationships/image" Target="../media/image147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4.png"/><Relationship Id="rId5" Type="http://schemas.openxmlformats.org/officeDocument/2006/relationships/image" Target="../media/image149.png"/><Relationship Id="rId15" Type="http://schemas.openxmlformats.org/officeDocument/2006/relationships/image" Target="../media/image112.png"/><Relationship Id="rId10" Type="http://schemas.openxmlformats.org/officeDocument/2006/relationships/image" Target="../media/image153.png"/><Relationship Id="rId4" Type="http://schemas.openxmlformats.org/officeDocument/2006/relationships/image" Target="../media/image148.png"/><Relationship Id="rId9" Type="http://schemas.openxmlformats.org/officeDocument/2006/relationships/image" Target="../media/image152.png"/><Relationship Id="rId14" Type="http://schemas.openxmlformats.org/officeDocument/2006/relationships/image" Target="../media/image1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3" Type="http://schemas.openxmlformats.org/officeDocument/2006/relationships/image" Target="../media/image157.png"/><Relationship Id="rId7" Type="http://schemas.openxmlformats.org/officeDocument/2006/relationships/image" Target="../media/image21.png"/><Relationship Id="rId12" Type="http://schemas.openxmlformats.org/officeDocument/2006/relationships/image" Target="../media/image1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11" Type="http://schemas.openxmlformats.org/officeDocument/2006/relationships/image" Target="../media/image164.png"/><Relationship Id="rId5" Type="http://schemas.openxmlformats.org/officeDocument/2006/relationships/image" Target="../media/image159.png"/><Relationship Id="rId15" Type="http://schemas.openxmlformats.org/officeDocument/2006/relationships/image" Target="../media/image8.png"/><Relationship Id="rId10" Type="http://schemas.openxmlformats.org/officeDocument/2006/relationships/image" Target="../media/image163.png"/><Relationship Id="rId4" Type="http://schemas.openxmlformats.org/officeDocument/2006/relationships/image" Target="../media/image158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6.png"/><Relationship Id="rId3" Type="http://schemas.openxmlformats.org/officeDocument/2006/relationships/image" Target="../media/image168.png"/><Relationship Id="rId7" Type="http://schemas.openxmlformats.org/officeDocument/2006/relationships/image" Target="../media/image6.png"/><Relationship Id="rId12" Type="http://schemas.openxmlformats.org/officeDocument/2006/relationships/image" Target="../media/image175.png"/><Relationship Id="rId17" Type="http://schemas.openxmlformats.org/officeDocument/2006/relationships/image" Target="../media/image178.png"/><Relationship Id="rId2" Type="http://schemas.openxmlformats.org/officeDocument/2006/relationships/image" Target="../media/image1.png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11" Type="http://schemas.openxmlformats.org/officeDocument/2006/relationships/image" Target="../media/image174.png"/><Relationship Id="rId5" Type="http://schemas.openxmlformats.org/officeDocument/2006/relationships/image" Target="../media/image170.png"/><Relationship Id="rId15" Type="http://schemas.openxmlformats.org/officeDocument/2006/relationships/image" Target="../media/image14.png"/><Relationship Id="rId10" Type="http://schemas.openxmlformats.org/officeDocument/2006/relationships/image" Target="../media/image173.png"/><Relationship Id="rId4" Type="http://schemas.openxmlformats.org/officeDocument/2006/relationships/image" Target="../media/image16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전통놀이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안녕하세요!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6629400"/>
            <a:ext cx="8978900" cy="146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69342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8382000"/>
            <a:ext cx="89789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8699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33300" y="6629400"/>
            <a:ext cx="89789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042900" y="69342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33300" y="8382000"/>
            <a:ext cx="89789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900" y="86995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84700" y="6934200"/>
            <a:ext cx="6832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명절&amp;기념일 퀴즈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300" y="8699500"/>
            <a:ext cx="6731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 체험 - 딱지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47800" y="6934200"/>
            <a:ext cx="7289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 체험 - 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47800" y="8699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활동 소감 나누기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313400" y="8509000"/>
            <a:ext cx="2959100" cy="548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04200" y="8509000"/>
            <a:ext cx="3479800" cy="548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32100" y="10934700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261100"/>
            <a:ext cx="18300700" cy="1460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68700" y="65786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128000"/>
            <a:ext cx="18300700" cy="1460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581400" y="84582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1200" y="6578600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설날은 음력 1월 15일이다? ---------------- ( O / X 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97400" y="84455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추수감사절 이름은?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9969500"/>
            <a:ext cx="18300700" cy="1460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581400" y="102743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0400" y="10274300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한국은 광복절에 태극기를 건다?  ----------------- ( O / X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63D72-F130-8CDE-A46E-31A37EFE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1DD4F08-6A4F-5AF3-DDCA-B6C21495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426822C-0CA9-B30B-E80A-C1D0C035EA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1ED617A-461C-ACA2-A01F-1BED729864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A5DC241-2EE9-44FF-72BC-94AC1BA7DC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E1B0D95-84C3-3288-37E2-7CF6DB69297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886532D-1D43-02E3-0824-FDC9AAF0561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0F14AAC-6007-C381-032E-52DF36033B9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6471112-5937-9F18-E43B-7B34CE22991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04F124A-4DD4-833E-F972-EBD8CDB1F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A139972-EF52-4C84-0E67-D82948AA2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28F4FB3-62FA-7ABD-49BC-6A8D511D9E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7C73DF15-2622-0C63-C815-B5F262EE3A84}"/>
              </a:ext>
            </a:extLst>
          </p:cNvPr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B312C6D0-1A50-2DB6-D55D-27057567DB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6E11CA4-229F-B6C8-6841-8F75A8DF89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261100"/>
            <a:ext cx="18300700" cy="14605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A9EA463-A1BA-5CAF-47C2-B8E5193970F8}"/>
              </a:ext>
            </a:extLst>
          </p:cNvPr>
          <p:cNvSpPr txBox="1"/>
          <p:nvPr/>
        </p:nvSpPr>
        <p:spPr>
          <a:xfrm>
            <a:off x="3568700" y="65786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BBB4C9C1-2984-D869-77FF-74D64F7565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128000"/>
            <a:ext cx="18300700" cy="14605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E87A2C30-04F7-0F34-3150-17E3F7A81B8F}"/>
              </a:ext>
            </a:extLst>
          </p:cNvPr>
          <p:cNvSpPr txBox="1"/>
          <p:nvPr/>
        </p:nvSpPr>
        <p:spPr>
          <a:xfrm>
            <a:off x="3581400" y="84582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05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1B16905-D0B5-5484-E4AE-73A59AA6AFEE}"/>
              </a:ext>
            </a:extLst>
          </p:cNvPr>
          <p:cNvSpPr txBox="1"/>
          <p:nvPr/>
        </p:nvSpPr>
        <p:spPr>
          <a:xfrm>
            <a:off x="4521200" y="6578600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ko-KR" alt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은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어린이를 위한 날이 있다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---------------- ( O / X )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F60176A-39B6-777B-29A6-70B3C43AB9B5}"/>
              </a:ext>
            </a:extLst>
          </p:cNvPr>
          <p:cNvSpPr txBox="1"/>
          <p:nvPr/>
        </p:nvSpPr>
        <p:spPr>
          <a:xfrm>
            <a:off x="4597400" y="84455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개의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작고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동그란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던져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잡으며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r>
              <a:rPr lang="ko-KR" altLang="en-US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28E8795E-1CD7-3EAA-CBA1-FB8C4645B1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9969500"/>
            <a:ext cx="18300700" cy="14605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3898F692-B1BF-DF4F-077E-990C2271566F}"/>
              </a:ext>
            </a:extLst>
          </p:cNvPr>
          <p:cNvSpPr txBox="1"/>
          <p:nvPr/>
        </p:nvSpPr>
        <p:spPr>
          <a:xfrm>
            <a:off x="3581400" y="102743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B4470-CA19-7F5F-5618-9DFC9DFD7C89}"/>
              </a:ext>
            </a:extLst>
          </p:cNvPr>
          <p:cNvSpPr txBox="1"/>
          <p:nvPr/>
        </p:nvSpPr>
        <p:spPr>
          <a:xfrm>
            <a:off x="4470400" y="10274300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팽이치기는 팽이를 오래 돌리는 사람이 이긴다</a:t>
            </a:r>
            <a:r>
              <a:rPr lang="en-US" altLang="ko-KR" sz="4536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--------- 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( O / X )</a:t>
            </a:r>
          </a:p>
        </p:txBody>
      </p:sp>
    </p:spTree>
    <p:extLst>
      <p:ext uri="{BB962C8B-B14F-4D97-AF65-F5344CB8AC3E}">
        <p14:creationId xmlns:p14="http://schemas.microsoft.com/office/powerpoint/2010/main" val="33611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hunarmandchiligi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58800" y="4102100"/>
            <a:ext cx="7759700" cy="793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6" name="온라인 미디어 15" title="[안녕미술아] 전통 색칠 민화 딱지놀이">
            <a:hlinkClick r:id="" action="ppaction://media"/>
            <a:extLst>
              <a:ext uri="{FF2B5EF4-FFF2-40B4-BE49-F238E27FC236}">
                <a16:creationId xmlns:a16="http://schemas.microsoft.com/office/drawing/2014/main" id="{ECAB1B63-5D0A-62DC-B22D-220C467BC5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4572000" y="3679368"/>
            <a:ext cx="15240000" cy="861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0900" y="4064000"/>
            <a:ext cx="12763500" cy="6311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696200" y="11150600"/>
            <a:ext cx="92329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2장의 딱지종이를 접는 선을 따라 접기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사진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출처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: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안녕미술아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유튜브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두 장의 딱지종이를 민화가 가운데 오게 겹친 후 뒤집기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3822700"/>
            <a:ext cx="10007600" cy="676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4800" y="3822700"/>
            <a:ext cx="8877300" cy="6769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숫자가 보이도록 놓은 뒤 번호 순서대로 접기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4900" y="3822700"/>
            <a:ext cx="8877300" cy="6769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50800" y="3822700"/>
            <a:ext cx="8204200" cy="676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마지막 부분(4번)은 종이 안쪽으로 집어넣기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1800" y="4140200"/>
            <a:ext cx="11049000" cy="626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가위바위보 하기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진 사람: 딱지 내려놓기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14100" y="9550400"/>
            <a:ext cx="10325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이긴 사람: 내 딱지로 상대의 딱지 내려치기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놓인 상대방의 딱지를 내 딱지로 쳐서 뒤집거나 선 밖으로 밀어내는 놀이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60600" y="5727700"/>
            <a:ext cx="6946900" cy="4991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165574">
            <a:off x="19062700" y="1536700"/>
            <a:ext cx="3530600" cy="3530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>
            <a:alphaModFix amt="52000"/>
          </a:blip>
          <a:stretch>
            <a:fillRect/>
          </a:stretch>
        </p:blipFill>
        <p:spPr>
          <a:xfrm>
            <a:off x="2260600" y="10985500"/>
            <a:ext cx="19862800" cy="10795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 딱지가 뒤집어지거나, 바람에 넘어가면 그 딱지를 획득!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 놀이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35200" y="4114800"/>
            <a:ext cx="198628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937000" y="4305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다같이 딱지를 쳐 봅시다!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2600" y="10515600"/>
            <a:ext cx="5575300" cy="1460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690100" y="108458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제한시간: 10분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367700">
            <a:off x="2006600" y="4419600"/>
            <a:ext cx="3530600" cy="353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8153400"/>
            <a:ext cx="4546600" cy="4038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4025900" y="5651500"/>
            <a:ext cx="16522700" cy="454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971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 시간 안에</a:t>
            </a:r>
          </a:p>
          <a:p>
            <a:pPr lvl="0" algn="ctr">
              <a:lnSpc>
                <a:spcPct val="116199"/>
              </a:lnSpc>
            </a:pPr>
            <a:r>
              <a:rPr lang="en-US" sz="5971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상대팀의 딱지를 더 많이 가져와 봅시다!</a:t>
            </a:r>
          </a:p>
          <a:p>
            <a:pPr lvl="0" algn="ctr">
              <a:lnSpc>
                <a:spcPct val="116199"/>
              </a:lnSpc>
            </a:pPr>
            <a:endParaRPr lang="en-US" sz="5971" b="0" i="0" u="none" strike="noStrike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 팀의 딱지는 최대 2개까지 뺏을 수 있습니다.</a:t>
            </a: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 팀에게 2개를 빼앗았다면 다른 팀에게 도전!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84100" y="4597400"/>
            <a:ext cx="9207500" cy="7086600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F2616BBA-EE86-7F51-08CF-BD80A6D7562F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546600"/>
            <a:ext cx="8166100" cy="566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41200" y="4546600"/>
            <a:ext cx="8737600" cy="566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1863427F-A2A6-B109-C18C-D928FB3DCD92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2C35F74-D081-5F72-6BF4-55358C6AFF40}"/>
              </a:ext>
            </a:extLst>
          </p:cNvPr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색종이를 찢고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오리고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붙여서 꾸미기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오늘의 활동 마무리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6540500"/>
            <a:ext cx="18300700" cy="146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68580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296400"/>
            <a:ext cx="184404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96266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584700" y="68580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모두 함께 활동 소감 이야기 나누기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4700" y="96012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학습 및 활동 내용 요약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감사합니다!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304</Words>
  <Application>Microsoft Office PowerPoint</Application>
  <PresentationFormat>사용자 지정</PresentationFormat>
  <Paragraphs>79</Paragraphs>
  <Slides>17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맑은 고딕</vt:lpstr>
      <vt:lpstr>S-Core Dream 3 Light</vt:lpstr>
      <vt:lpstr>Calibri</vt:lpstr>
      <vt:lpstr>S-Core Dream 8 Heavy</vt:lpstr>
      <vt:lpstr>KCC-Ganpan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장지훈</cp:lastModifiedBy>
  <cp:revision>5</cp:revision>
  <dcterms:created xsi:type="dcterms:W3CDTF">2006-08-16T00:00:00Z</dcterms:created>
  <dcterms:modified xsi:type="dcterms:W3CDTF">2026-07-02T10:34:13Z</dcterms:modified>
</cp:coreProperties>
</file>