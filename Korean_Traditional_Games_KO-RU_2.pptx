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embeddedFontLst>
    <p:embeddedFont>
      <p:font typeface="KCC-Ganpan" panose="02000600000000000000"/>
      <p:regular r:id="rId10"/>
    </p:embeddedFont>
    <p:embeddedFont>
      <p:font typeface="S-Core Dream 3 Light" panose="020B0600000101010101" pitchFamily="34" charset="-127"/>
      <p:regular r:id="rId11"/>
      <p:bold r:id="rId12"/>
      <p:italic r:id="rId13"/>
      <p:boldItalic r:id="rId14"/>
    </p:embeddedFont>
    <p:embeddedFont>
      <p:font typeface="S-Core Dream 8 Heavy" panose="020B0704020202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3" autoAdjust="0"/>
  </p:normalViewPr>
  <p:slideViewPr>
    <p:cSldViewPr>
      <p:cViewPr varScale="1">
        <p:scale>
          <a:sx n="50" d="100"/>
          <a:sy n="50" d="100"/>
        </p:scale>
        <p:origin x="90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21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26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51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24.png"/><Relationship Id="rId11" Type="http://schemas.openxmlformats.org/officeDocument/2006/relationships/image" Target="../media/image65.png"/><Relationship Id="rId12" Type="http://schemas.openxmlformats.org/officeDocument/2006/relationships/image" Target="../media/image26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2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21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26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image" Target="../media/image91.png"/><Relationship Id="rId20" Type="http://schemas.openxmlformats.org/officeDocument/2006/relationships/image" Target="../media/image92.png"/><Relationship Id="rId21" Type="http://schemas.openxmlformats.org/officeDocument/2006/relationships/image" Target="../media/image9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21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26.png"/><Relationship Id="rId13" Type="http://schemas.openxmlformats.org/officeDocument/2006/relationships/image" Target="../media/image102.png"/><Relationship Id="rId14" Type="http://schemas.openxmlformats.org/officeDocument/2006/relationships/image" Target="../media/image90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Relationship Id="rId18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151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Корейские традиционные игры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공기놀이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 «Конги»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5676900"/>
            <a:ext cx="12293600" cy="1384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01300" y="59817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9800" y="7353300"/>
            <a:ext cx="12293600" cy="13843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401300" y="7645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9004300"/>
            <a:ext cx="12293600" cy="1384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401300" y="9296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53800" y="5981700"/>
            <a:ext cx="98552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공깃돌을 뿌리기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Рассыпать камешки по полу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3800" y="7645400"/>
            <a:ext cx="102235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하늘로 돌을 던지고, 바닥에 있는 돌을 집기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Подбросить камешек вверх и взять камешек с пола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0" y="9296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더 이상 바닥에 돌이 없을 때까지 반복하기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Повторять, пока на полу не останется камешков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 개의 작고 동그란 돌을 던져 손으로 잡으며 노는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Игра, в которой подбрасывают пять маленьких круглых камешков и ловят их рукой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3900" y="5689600"/>
            <a:ext cx="5499100" cy="471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10629900"/>
            <a:ext cx="12293600" cy="13843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401300" y="109220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53800" y="10947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공기를 손등에 올린 후 채어잡기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Положить камешки на тыльную сторону ладони и поймать в воздухе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774700" y="8128000"/>
            <a:ext cx="4737100" cy="6426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29974" y="9296400"/>
            <a:ext cx="7073900" cy="55626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3705010" y="10490200"/>
            <a:ext cx="5194300" cy="27686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바닥에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있는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집을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때</a:t>
            </a:r>
            <a:endParaRPr sz="3515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Когда берёте камешек с пола</a:t>
            </a:r>
            <a:endParaRPr sz="1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주변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건드리면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실패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если заденете соседний камешек — проигрыш!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한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번에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집는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돌의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개수를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늘려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가다가</a:t>
            </a:r>
            <a:endParaRPr sz="3515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Постепенно увеличивая число камешков за один раз</a:t>
            </a:r>
            <a:endParaRPr sz="1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다섯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개가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되면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채어잡기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когда станет пять — поймайте их в воздухе!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제기차기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 «Чегичхаги»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800" y="3556000"/>
            <a:ext cx="7404100" cy="850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6032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 제기 쥐기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Взять чеги в руку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7797800"/>
            <a:ext cx="7124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가볍게 던져 올리기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Легко подбросить вверх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떨어지지 않게 계속해서 차기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Продолжать подбивать, не роняя на пол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9664700" y="4368800"/>
            <a:ext cx="12458700" cy="1193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1049000" y="4559300"/>
            <a:ext cx="98044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제기를 가지고 발로 차는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Игра, в которой чеги подбивают ногой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 «Писокчхиги»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32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527300" y="4559300"/>
            <a:ext cx="193421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손바닥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크기의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네모난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던지거나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발로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차서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맞춰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쓰러뜨리는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Игра: квадратным камнем размером с ладонь, бросая рукой или пиная ногой, сбивают камень соперника</a:t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2500" y="5753100"/>
            <a:ext cx="7759700" cy="655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74600" y="5753100"/>
            <a:ext cx="87249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 «Писокчхиги»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0" y="4140200"/>
            <a:ext cx="9359900" cy="8267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6000" y="4038600"/>
            <a:ext cx="908050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 «Писокчхиги»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17900" y="4109456"/>
            <a:ext cx="8699500" cy="829844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42800" y="4109456"/>
            <a:ext cx="9156700" cy="8298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 꽃이 피었습니다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«Цветок мугунхва расцвёл»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32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489200" y="4559300"/>
            <a:ext cx="193929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'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꽃이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피었습니다'를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외치는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동안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술래에게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다가가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치고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달아나는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Игра: пока водящий кричит «Цветок мугунхва расцвёл», нужно подобраться к нему, осалить и убежать</a:t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0600" y="5816600"/>
            <a:ext cx="6070600" cy="341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2000" y="8686800"/>
            <a:ext cx="5918200" cy="3327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5727700"/>
            <a:ext cx="12458700" cy="160947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64700" y="7480300"/>
            <a:ext cx="12458700" cy="1562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77600" y="6032500"/>
            <a:ext cx="1003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술래는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'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꽃이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피었습니다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'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외치기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Водящий кричит «Цветок мугунхва расцвёл»</a:t>
            </a:r>
            <a:endParaRPr sz="2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77600" y="7797800"/>
            <a:ext cx="10718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구호를 외치는 동안 다가가기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Подбираться, пока водящий произносит фразу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술래를 치고 달아나기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Осалить водящего и убежать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421600" y="7797800"/>
            <a:ext cx="4737100" cy="6426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73300" y="9842500"/>
            <a:ext cx="7404100" cy="556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34400" y="10693400"/>
            <a:ext cx="7073900" cy="5562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5494000" y="11442700"/>
            <a:ext cx="66929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다가간 사람은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Тот, кто добрался до водящего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붙잡힌 사람을 풀어주고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может освободить пойманного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같이 도망갈 수 있어요!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и убежать вместе с ним!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01200" y="11785600"/>
            <a:ext cx="51816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술래가 뒤를 돌아봤을 때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Когда водящий оборачивается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움직이면 탈락!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тот, кто шевельнётся, выбывает!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붙잡혀요!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вас поймает водящий!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둥글게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둥글게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 кругу, по кругу</a:t>
            </a:r>
            <a:endParaRPr sz="2800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727700"/>
            <a:ext cx="12458700" cy="1562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480300"/>
            <a:ext cx="12458700" cy="1562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32900"/>
            <a:ext cx="12458700" cy="1587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32500"/>
            <a:ext cx="9321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손잡고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원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노래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부르며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Взявшись за руки, образовать круг и кружиться, распевая песню</a:t>
            </a:r>
            <a:endParaRPr sz="2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77600" y="7797800"/>
            <a:ext cx="10388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부르는 숫자를 잘 듣기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Внимательно слушать число, которое называет ведущий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숫자에 맞는 인원 수대로 그룹 만들기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Собраться в группы по названному числу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193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아이들과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함께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잡고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원을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율동에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맞춰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도는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신체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Подвижная игра: дети берутся за руки, образуют круг и кружатся под музыку</a:t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2260600" y="10985500"/>
            <a:ext cx="19862800" cy="129909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102100" y="11163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무리에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끼지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못했거나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정해진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숫자대로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못한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사람은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탈락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Calibri Light"/>
                <a:ea typeface="Calibri Light"/>
                <a:cs typeface="Calibri Light"/>
              </a:rPr>
              <a:t>Кто не попал в группу или не набрал нужное число — выбывает из игры!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2800" y="5791200"/>
            <a:ext cx="5283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418</Words>
  <Application>Microsoft Macintosh PowerPoint</Application>
  <PresentationFormat>Custom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S-Core Dream 3 Light</vt:lpstr>
      <vt:lpstr>S-Core Dream 8 Heavy</vt:lpstr>
      <vt:lpstr>Calibri</vt:lpstr>
      <vt:lpstr>Arial</vt:lpstr>
      <vt:lpstr>KCC-Ganpan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쿨마토프잘로리딘쿠사노비</cp:lastModifiedBy>
  <cp:revision>3</cp:revision>
  <dcterms:created xsi:type="dcterms:W3CDTF">2006-08-16T00:00:00Z</dcterms:created>
  <dcterms:modified xsi:type="dcterms:W3CDTF">2026-07-07T19:14:56Z</dcterms:modified>
</cp:coreProperties>
</file>