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</p:sldIdLst>
  <p:sldSz cx="24384000" cy="13716000"/>
  <p:notesSz cx="6858000" cy="9144000"/>
  <p:embeddedFontLst>
    <p:embeddedFont>
      <p:font typeface="맑은 고딕" panose="020B0503020000020004" pitchFamily="34" charset="-127"/>
      <p:regular r:id="rId20"/>
      <p:bold r:id="rId21"/>
    </p:embeddedFont>
    <p:embeddedFont>
      <p:font typeface="S-Core Dream 3 Light" panose="020B0600000101010101" pitchFamily="34" charset="-127"/>
      <p:regular r:id="rId22"/>
    </p:embeddedFont>
    <p:embeddedFont>
      <p:font typeface="KCC-Ganpan" panose="02000600000000000000"/>
      <p:regular r:id="rId23"/>
    </p:embeddedFont>
    <p:embeddedFont>
      <p:font typeface="S-Core Dream 8 Heavy" panose="020B0704020202020204" pitchFamily="34" charset="0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606" autoAdjust="0"/>
  </p:normalViewPr>
  <p:slideViewPr>
    <p:cSldViewPr>
      <p:cViewPr varScale="1">
        <p:scale>
          <a:sx n="47" d="100"/>
          <a:sy n="47" d="100"/>
        </p:scale>
        <p:origin x="1224" y="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4DBEF-4A2B-4702-9E24-49A14B8E6312}" type="datetimeFigureOut">
              <a:rPr lang="ko-KR" altLang="en-US" smtClean="0"/>
              <a:t>2026. 7. 9.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A09C5-C185-426F-84F3-F6EF83291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8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A09C5-C185-426F-84F3-F6EF832916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6635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8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26.png"/><Relationship Id="rId13" Type="http://schemas.openxmlformats.org/officeDocument/2006/relationships/image" Target="../media/image8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26.png"/><Relationship Id="rId13" Type="http://schemas.openxmlformats.org/officeDocument/2006/relationships/image" Target="../media/image8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8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13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37.png"/><Relationship Id="rId7" Type="http://schemas.openxmlformats.org/officeDocument/2006/relationships/image" Target="../media/image2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_fWpqZe0ZD4?feature=oembed" TargetMode="Externa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65.png"/><Relationship Id="rId14" Type="http://schemas.openxmlformats.org/officeDocument/2006/relationships/image" Target="../media/image7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71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65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21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61.png"/><Relationship Id="rId11" Type="http://schemas.openxmlformats.org/officeDocument/2006/relationships/image" Target="../media/image93.png"/><Relationship Id="rId12" Type="http://schemas.openxmlformats.org/officeDocument/2006/relationships/image" Target="../media/image65.png"/><Relationship Id="rId13" Type="http://schemas.openxmlformats.org/officeDocument/2006/relationships/image" Target="../media/image94.png"/><Relationship Id="rId14" Type="http://schemas.openxmlformats.org/officeDocument/2006/relationships/image" Target="../media/image95.png"/><Relationship Id="rId15" Type="http://schemas.openxmlformats.org/officeDocument/2006/relationships/image" Target="../media/image9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21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61.png"/><Relationship Id="rId11" Type="http://schemas.openxmlformats.org/officeDocument/2006/relationships/image" Target="../media/image84.png"/><Relationship Id="rId12" Type="http://schemas.openxmlformats.org/officeDocument/2006/relationships/image" Target="../media/image65.png"/><Relationship Id="rId13" Type="http://schemas.openxmlformats.org/officeDocument/2006/relationships/image" Target="../media/image94.png"/><Relationship Id="rId14" Type="http://schemas.openxmlformats.org/officeDocument/2006/relationships/image" Target="../media/image96.png"/><Relationship Id="rId15" Type="http://schemas.openxmlformats.org/officeDocument/2006/relationships/image" Target="../media/image10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21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65.png"/><Relationship Id="rId13" Type="http://schemas.openxmlformats.org/officeDocument/2006/relationships/image" Target="../media/image112.png"/><Relationship Id="rId14" Type="http://schemas.openxmlformats.org/officeDocument/2006/relationships/image" Target="../media/image1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21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61.png"/><Relationship Id="rId11" Type="http://schemas.openxmlformats.org/officeDocument/2006/relationships/image" Target="../media/image120.png"/><Relationship Id="rId12" Type="http://schemas.openxmlformats.org/officeDocument/2006/relationships/image" Target="../media/image65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Relationship Id="rId15" Type="http://schemas.openxmlformats.org/officeDocument/2006/relationships/image" Target="../media/image123.png"/><Relationship Id="rId16" Type="http://schemas.openxmlformats.org/officeDocument/2006/relationships/image" Target="../media/image124.png"/><Relationship Id="rId17" Type="http://schemas.openxmlformats.org/officeDocument/2006/relationships/image" Target="../media/image125.png"/><Relationship Id="rId18" Type="http://schemas.openxmlformats.org/officeDocument/2006/relationships/image" Target="../media/image126.png"/><Relationship Id="rId19" Type="http://schemas.openxmlformats.org/officeDocument/2006/relationships/image" Target="../media/image1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21.png"/><Relationship Id="rId8" Type="http://schemas.openxmlformats.org/officeDocument/2006/relationships/image" Target="../media/image132.png"/><Relationship Id="rId9" Type="http://schemas.openxmlformats.org/officeDocument/2006/relationships/image" Target="../media/image133.png"/><Relationship Id="rId10" Type="http://schemas.openxmlformats.org/officeDocument/2006/relationships/image" Target="../media/image61.png"/><Relationship Id="rId11" Type="http://schemas.openxmlformats.org/officeDocument/2006/relationships/image" Target="../media/image84.png"/><Relationship Id="rId12" Type="http://schemas.openxmlformats.org/officeDocument/2006/relationships/image" Target="../media/image65.png"/><Relationship Id="rId13" Type="http://schemas.openxmlformats.org/officeDocument/2006/relationships/image" Target="../media/image124.png"/><Relationship Id="rId14" Type="http://schemas.openxmlformats.org/officeDocument/2006/relationships/image" Target="../media/image134.png"/><Relationship Id="rId15" Type="http://schemas.openxmlformats.org/officeDocument/2006/relationships/image" Target="../media/image126.png"/><Relationship Id="rId16" Type="http://schemas.openxmlformats.org/officeDocument/2006/relationships/image" Target="../media/image1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21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65.png"/><Relationship Id="rId15" Type="http://schemas.openxmlformats.org/officeDocument/2006/relationships/image" Target="../media/image1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21.png"/><Relationship Id="rId8" Type="http://schemas.openxmlformats.org/officeDocument/2006/relationships/image" Target="../media/image151.png"/><Relationship Id="rId9" Type="http://schemas.openxmlformats.org/officeDocument/2006/relationships/image" Target="../media/image152.png"/><Relationship Id="rId10" Type="http://schemas.openxmlformats.org/officeDocument/2006/relationships/image" Target="../media/image153.png"/><Relationship Id="rId11" Type="http://schemas.openxmlformats.org/officeDocument/2006/relationships/image" Target="../media/image154.png"/><Relationship Id="rId12" Type="http://schemas.openxmlformats.org/officeDocument/2006/relationships/image" Target="../media/image65.png"/><Relationship Id="rId13" Type="http://schemas.openxmlformats.org/officeDocument/2006/relationships/image" Target="../media/image155.png"/><Relationship Id="rId14" Type="http://schemas.openxmlformats.org/officeDocument/2006/relationships/image" Target="../media/image156.png"/><Relationship Id="rId15" Type="http://schemas.openxmlformats.org/officeDocument/2006/relationships/image" Target="../media/image1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21.png"/><Relationship Id="rId8" Type="http://schemas.openxmlformats.org/officeDocument/2006/relationships/image" Target="../media/image161.png"/><Relationship Id="rId9" Type="http://schemas.openxmlformats.org/officeDocument/2006/relationships/image" Target="../media/image162.png"/><Relationship Id="rId10" Type="http://schemas.openxmlformats.org/officeDocument/2006/relationships/image" Target="../media/image163.png"/><Relationship Id="rId11" Type="http://schemas.openxmlformats.org/officeDocument/2006/relationships/image" Target="../media/image164.png"/><Relationship Id="rId12" Type="http://schemas.openxmlformats.org/officeDocument/2006/relationships/image" Target="../media/image165.png"/><Relationship Id="rId13" Type="http://schemas.openxmlformats.org/officeDocument/2006/relationships/image" Target="../media/image166.png"/><Relationship Id="rId14" Type="http://schemas.openxmlformats.org/officeDocument/2006/relationships/image" Target="../media/image167.png"/><Relationship Id="rId15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6.png"/><Relationship Id="rId8" Type="http://schemas.openxmlformats.org/officeDocument/2006/relationships/image" Target="../media/image172.png"/><Relationship Id="rId9" Type="http://schemas.openxmlformats.org/officeDocument/2006/relationships/image" Target="../media/image8.png"/><Relationship Id="rId10" Type="http://schemas.openxmlformats.org/officeDocument/2006/relationships/image" Target="../media/image173.png"/><Relationship Id="rId11" Type="http://schemas.openxmlformats.org/officeDocument/2006/relationships/image" Target="../media/image174.png"/><Relationship Id="rId12" Type="http://schemas.openxmlformats.org/officeDocument/2006/relationships/image" Target="../media/image175.png"/><Relationship Id="rId13" Type="http://schemas.openxmlformats.org/officeDocument/2006/relationships/image" Target="../media/image176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77.png"/><Relationship Id="rId17" Type="http://schemas.openxmlformats.org/officeDocument/2006/relationships/image" Target="../media/image1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전통놀이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Корейские традиционные игры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안녕하세요!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Здравствуйте!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7002567"/>
            <a:ext cx="8978900" cy="2137729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7665031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9650623"/>
            <a:ext cx="8978900" cy="2137729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10313087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33300" y="6700201"/>
            <a:ext cx="10248900" cy="2440096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042900" y="7665031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33300" y="9650623"/>
            <a:ext cx="8978900" cy="2137729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042900" y="10313087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4584700" y="7304308"/>
            <a:ext cx="7251174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명절&amp;기념일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퀴즈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Викторина о корейских праздниках и памятных днях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9300" y="9732919"/>
            <a:ext cx="71353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공예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체험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-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 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Опыт традиционного корейского ремесла — Ттакчи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47800" y="7304308"/>
            <a:ext cx="872589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공예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체험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-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Опыт традиционного корейского ремесла — Маска (Таль)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47800" y="9952364"/>
            <a:ext cx="70083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활동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소감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나누기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Обмен впечатлениями о занятии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624364" y="8907920"/>
            <a:ext cx="2959100" cy="5486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386274" y="8965179"/>
            <a:ext cx="3479800" cy="548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539923" y="11405308"/>
            <a:ext cx="3390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4762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퀴즈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Викторина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6527889"/>
            <a:ext cx="18300700" cy="1598387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568700" y="6920682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4500" y="8481965"/>
            <a:ext cx="18300700" cy="1598387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581400" y="8874758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1200" y="6610185"/>
            <a:ext cx="16598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한국의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설날은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음력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1월 15일이다? ---------------- 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Корейский Новый год (Соллаль) отмечается 15-го числа первого месяца по лунному календарю. ( O / X 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97400" y="8680498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한국의 추수감사절 이름은?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Как называется корейский праздник урожая (благодарения)?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4500" y="10436041"/>
            <a:ext cx="18300700" cy="1598387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581400" y="10828834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0400" y="10634574"/>
            <a:ext cx="16725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한국은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광복절에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태극기를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건다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  ----------------- 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 Корее в День освобождения (Кванбокчоль) вывешивают государственный флаг (Тхэгыкки). ( O / X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63D72-F130-8CDE-A46E-31A37EFE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1DD4F08-6A4F-5AF3-DDCA-B6C21495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426822C-0CA9-B30B-E80A-C1D0C035EA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1ED617A-461C-ACA2-A01F-1BED729864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A5DC241-2EE9-44FF-72BC-94AC1BA7DCD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E1B0D95-84C3-3288-37E2-7CF6DB69297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886532D-1D43-02E3-0824-FDC9AAF0561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0F14AAC-6007-C381-032E-52DF36033B9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6471112-5937-9F18-E43B-7B34CE22991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04F124A-4DD4-833E-F972-EBD8CDB1F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A139972-EF52-4C84-0E67-D82948AA2C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28F4FB3-62FA-7ABD-49BC-6A8D511D9E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7C73DF15-2622-0C63-C815-B5F262EE3A84}"/>
              </a:ext>
            </a:extLst>
          </p:cNvPr>
          <p:cNvSpPr txBox="1"/>
          <p:nvPr/>
        </p:nvSpPr>
        <p:spPr>
          <a:xfrm>
            <a:off x="4762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퀴즈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Викторина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B312C6D0-1A50-2DB6-D55D-27057567DB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26E11CA4-229F-B6C8-6841-8F75A8DF899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6373368"/>
            <a:ext cx="18300700" cy="1804416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DA9EA463-A1BA-5CAF-47C2-B8E5193970F8}"/>
              </a:ext>
            </a:extLst>
          </p:cNvPr>
          <p:cNvSpPr txBox="1"/>
          <p:nvPr/>
        </p:nvSpPr>
        <p:spPr>
          <a:xfrm>
            <a:off x="3568700" y="6869176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BBB4C9C1-2984-D869-77FF-74D64F7565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4500" y="8378952"/>
            <a:ext cx="18300700" cy="1804416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E87A2C30-04F7-0F34-3150-17E3F7A81B8F}"/>
              </a:ext>
            </a:extLst>
          </p:cNvPr>
          <p:cNvSpPr txBox="1"/>
          <p:nvPr/>
        </p:nvSpPr>
        <p:spPr>
          <a:xfrm>
            <a:off x="3581400" y="887476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05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1B16905-D0B5-5484-E4AE-73A59AA6AFEE}"/>
              </a:ext>
            </a:extLst>
          </p:cNvPr>
          <p:cNvSpPr txBox="1"/>
          <p:nvPr/>
        </p:nvSpPr>
        <p:spPr>
          <a:xfrm>
            <a:off x="4521200" y="6674916"/>
            <a:ext cx="16598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ko-KR" alt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은</a:t>
            </a:r>
            <a:r>
              <a:rPr lang="en-US" altLang="ko-KR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어린이를 위한 날이 있다</a:t>
            </a:r>
            <a:r>
              <a:rPr lang="en-US" altLang="ko-KR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---------------- 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 Корее есть особый день, посвящённый детям. ( O / X )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F60176A-39B6-777B-29A6-70B3C43AB9B5}"/>
              </a:ext>
            </a:extLst>
          </p:cNvPr>
          <p:cNvSpPr txBox="1"/>
          <p:nvPr/>
        </p:nvSpPr>
        <p:spPr>
          <a:xfrm>
            <a:off x="4597400" y="853983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개의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작고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동그란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돌을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던져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잡으며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노는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r>
              <a:rPr lang="ko-KR" altLang="en-US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는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</a:p>
          <a:p>
            <a:pPr lvl="0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Как называется игра, в которой подбрасывают пять маленьких круглых камешков и ловят их рукой?</a:t>
            </a:r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28E8795E-1CD7-3EAA-CBA1-FB8C4645B1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4500" y="10384536"/>
            <a:ext cx="18300700" cy="1804416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3898F692-B1BF-DF4F-077E-990C2271566F}"/>
              </a:ext>
            </a:extLst>
          </p:cNvPr>
          <p:cNvSpPr txBox="1"/>
          <p:nvPr/>
        </p:nvSpPr>
        <p:spPr>
          <a:xfrm>
            <a:off x="3581400" y="10880344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06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B4470-CA19-7F5F-5618-9DFC9DFD7C89}"/>
              </a:ext>
            </a:extLst>
          </p:cNvPr>
          <p:cNvSpPr txBox="1"/>
          <p:nvPr/>
        </p:nvSpPr>
        <p:spPr>
          <a:xfrm>
            <a:off x="4470400" y="10466832"/>
            <a:ext cx="16725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ko-KR" altLang="en-US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팽이치기는 팽이를 오래 돌리는 사람이 이긴다</a:t>
            </a:r>
            <a:r>
              <a:rPr lang="en-US" altLang="ko-KR" sz="4536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--------- 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 игре с волчком побеждает тот, кто дольше всех его крутит. ( O / X )</a:t>
            </a:r>
          </a:p>
        </p:txBody>
      </p:sp>
    </p:spTree>
    <p:extLst>
      <p:ext uri="{BB962C8B-B14F-4D97-AF65-F5344CB8AC3E}">
        <p14:creationId xmlns:p14="http://schemas.microsoft.com/office/powerpoint/2010/main" val="33611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7931222" y="8463544"/>
            <a:ext cx="8978753" cy="1150356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56531" y="8744555"/>
            <a:ext cx="7528137" cy="5334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sz="36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Корейское традиционное ремесло</a:t>
            </a:r>
            <a:endParaRPr lang="en-US" sz="3600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3225800" y="3848100"/>
            <a:ext cx="8864600" cy="754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102100"/>
            <a:ext cx="8445500" cy="7416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ттакчи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58800" y="4102100"/>
            <a:ext cx="7759700" cy="793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ттакчи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6" name="온라인 미디어 15" title="[안녕미술아] 전통 색칠 민화 딱지놀이">
            <a:hlinkClick r:id="" action="ppaction://media"/>
            <a:extLst>
              <a:ext uri="{FF2B5EF4-FFF2-40B4-BE49-F238E27FC236}">
                <a16:creationId xmlns:a16="http://schemas.microsoft.com/office/drawing/2014/main" id="{ECAB1B63-5D0A-62DC-B22D-220C467BC55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4"/>
          <a:stretch>
            <a:fillRect/>
          </a:stretch>
        </p:blipFill>
        <p:spPr>
          <a:xfrm>
            <a:off x="4572000" y="4109456"/>
            <a:ext cx="15240000" cy="8180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ттакчи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0900" y="4064000"/>
            <a:ext cx="12763500" cy="6311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363720" y="11150600"/>
            <a:ext cx="1591056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2장의 딱지종이를 접는 선을 따라 접기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Сложите два листа бумаги для ттакчи по линиям сгиба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사진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출처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: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안녕미술아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유튜브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1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Источник фото: YouTube-канал «Annyeong Misura»</a:t>
            </a:r>
            <a:endParaRPr lang="en-US" sz="2800" b="0" i="0" u="none" strike="noStrike" cap="non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ттакчи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두 장의 딱지종이를 민화가 가운데 오게 겹친 후 뒤집기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Сложите два листа бумаги для ттакчи узором внутрь и переверните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3822700"/>
            <a:ext cx="10007600" cy="6769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4800" y="3822700"/>
            <a:ext cx="8877300" cy="6769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1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Источник фото: YouTube-канал «Annyeong Misura»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ттакчи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숫자가 보이도록 놓은 뒤 번호 순서대로 접기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Расположите цифрами вверх и складывайте по порядку номеров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4900" y="3822700"/>
            <a:ext cx="8877300" cy="6769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1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Источник фото: YouTube-канал «Annyeong Misura»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50800" y="3822700"/>
            <a:ext cx="8204200" cy="676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ттакчи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마지막 부분(4번)은 종이 안쪽으로 집어넣기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Последнюю часть (№4) заправьте внутрь бумаги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1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Источник фото: YouTube-канал «Annyeong Misura»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1800" y="4140200"/>
            <a:ext cx="11049000" cy="626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딱지치기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 ттакчи (Ттакчичхиги)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870448"/>
            <a:ext cx="12458700" cy="146913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198616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540752"/>
            <a:ext cx="12458700" cy="1469136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86892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11056"/>
            <a:ext cx="12458700" cy="1469136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39224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04356"/>
            <a:ext cx="105897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가위바위보 하기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Играть в камень-ножницы-бумага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7674660"/>
            <a:ext cx="105897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진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사람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: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내려놓기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Проигравший: кладёт свой ттакчи на пол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14100" y="9293352"/>
            <a:ext cx="106532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이긴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사람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: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딱지로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상대의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내려치기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Победитель: своим ттакчи бьёт по ттакчи соперника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501921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534920" y="4559300"/>
            <a:ext cx="1931416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놓인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상대방의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쳐서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뒤집거나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선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밖으로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밀어내는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Игра, в которой своим ттакчи нужно перевернуть лежащий на полу ттакчи соперника или вытолкнуть его за линию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60600" y="5727700"/>
            <a:ext cx="6946900" cy="4991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0165574">
            <a:off x="19062700" y="1536700"/>
            <a:ext cx="3530600" cy="3530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>
            <a:alphaModFix amt="52000"/>
          </a:blip>
          <a:stretch>
            <a:fillRect/>
          </a:stretch>
        </p:blipFill>
        <p:spPr>
          <a:xfrm>
            <a:off x="2260600" y="10985500"/>
            <a:ext cx="19862800" cy="1489221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2534920" y="11163300"/>
            <a:ext cx="1931416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뒤집어지거나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,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바람에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넘어가면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그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획득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Если ттакчи соперника перевернётся или отлетит и перевернётся — этот ттакчи ваш!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딱지치기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 ттакчи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35200" y="4114800"/>
            <a:ext cx="19862800" cy="152234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937000" y="4305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다같이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봅시다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Давайте все вместе поиграем в ттакчи!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5545" y="10184745"/>
            <a:ext cx="5575300" cy="156359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51902" y="10400221"/>
            <a:ext cx="502666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제한시간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: 10분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Отведённое время: 10 минут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0367700">
            <a:off x="2006600" y="4419600"/>
            <a:ext cx="3530600" cy="353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0" y="8153400"/>
            <a:ext cx="4546600" cy="4038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4932111" y="5663625"/>
            <a:ext cx="15917774" cy="322089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정해진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시간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안에</a:t>
            </a:r>
            <a:endParaRPr lang="en-US" sz="5971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За отведённое время</a:t>
            </a:r>
          </a:p>
          <a:p>
            <a:pPr lvl="0" algn="ctr">
              <a:lnSpc>
                <a:spcPct val="116199"/>
              </a:lnSpc>
            </a:pP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상대팀의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딱지를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더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많이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가져와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5971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봅시다</a:t>
            </a:r>
            <a:r>
              <a:rPr lang="en-US" sz="5971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постараемся выиграть побольше ттакчи у команды соперника!</a:t>
            </a:r>
            <a:endParaRPr lang="en-US" sz="5971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116199"/>
              </a:lnSpc>
            </a:pP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팀의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딱지는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최대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2개까지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뺏을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수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있습니다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.</a:t>
            </a: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У одной команды можно забрать не более 2 ттакчи.</a:t>
            </a:r>
          </a:p>
          <a:p>
            <a:pPr lvl="0" algn="ctr">
              <a:lnSpc>
                <a:spcPct val="116199"/>
              </a:lnSpc>
            </a:pP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팀에게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2개를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빼앗았다면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다른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팀에게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838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도전</a:t>
            </a:r>
            <a:r>
              <a:rPr lang="en-US" sz="3838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Забрав 2 у одной команды — бросайте вызов другой!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3225800" y="3848100"/>
            <a:ext cx="8864600" cy="754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102100"/>
            <a:ext cx="8445500" cy="7416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84100" y="4597400"/>
            <a:ext cx="9207500" cy="7086600"/>
          </a:xfrm>
          <a:prstGeom prst="rect">
            <a:avLst/>
          </a:prstGeom>
        </p:spPr>
      </p:pic>
      <p:sp>
        <p:nvSpPr>
          <p:cNvPr id="21" name="TextBox 14">
            <a:extLst>
              <a:ext uri="{FF2B5EF4-FFF2-40B4-BE49-F238E27FC236}">
                <a16:creationId xmlns:a16="http://schemas.microsoft.com/office/drawing/2014/main" id="{F2616BBA-EE86-7F51-08CF-BD80A6D7562F}"/>
              </a:ext>
            </a:extLst>
          </p:cNvPr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</a:t>
            </a:r>
            <a:r>
              <a:rPr lang="en-US" altLang="ko-KR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маски (Таль)</a:t>
            </a:r>
            <a:endParaRPr lang="en-US" sz="2800" b="0" i="0" u="none" strike="noStrike" cap="none" spc="-40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546600"/>
            <a:ext cx="8166100" cy="566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41200" y="4546600"/>
            <a:ext cx="8737600" cy="566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1863427F-A2A6-B109-C18C-D928FB3DCD92}"/>
              </a:ext>
            </a:extLst>
          </p:cNvPr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</a:t>
            </a:r>
            <a:r>
              <a:rPr lang="en-US" altLang="ko-KR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Изготовление маски (Таль)</a:t>
            </a:r>
            <a:endParaRPr lang="en-US" sz="2800" b="0" i="0" u="none" strike="noStrike" cap="none" spc="-40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2C35F74-D081-5F72-6BF4-55358C6AFF40}"/>
              </a:ext>
            </a:extLst>
          </p:cNvPr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색종이를 찢고</a:t>
            </a:r>
            <a:r>
              <a:rPr lang="en-US" altLang="ko-KR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, </a:t>
            </a: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오리고</a:t>
            </a:r>
            <a:r>
              <a:rPr lang="en-US" altLang="ko-KR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, </a:t>
            </a: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붙여서 꾸미기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Украшайте, разрывая, вырезая и приклеивая цветную бумагу</a:t>
            </a:r>
            <a:endParaRPr lang="en-US" sz="2800" b="0" i="0" u="none" strike="noStrike" cap="non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오늘의 활동 마무리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Завершение сегодняшнего занятия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7584080"/>
            <a:ext cx="18300700" cy="126546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781041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9987100"/>
            <a:ext cx="18440400" cy="126546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1021343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584700" y="7666376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모두 함께 활동 소감 이야기 나누기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Все вместе обсуждаем впечатления от занятия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84700" y="10069396"/>
            <a:ext cx="165714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학습 및 활동 내용 요약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sz="28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Обобщение изученного и выполненной работы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512800" cy="2932412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감사합니다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sz="44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Спасибо!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645</Words>
  <Application>Microsoft Macintosh PowerPoint</Application>
  <PresentationFormat>Custom</PresentationFormat>
  <Paragraphs>127</Paragraphs>
  <Slides>17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S-Core Dream 8 Heavy</vt:lpstr>
      <vt:lpstr>맑은 고딕</vt:lpstr>
      <vt:lpstr>KCC-Ganpan</vt:lpstr>
      <vt:lpstr>Arial</vt:lpstr>
      <vt:lpstr>S-Core Dream 3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쿨마토프잘로리딘쿠사노비</cp:lastModifiedBy>
  <cp:revision>6</cp:revision>
  <dcterms:created xsi:type="dcterms:W3CDTF">2006-08-16T00:00:00Z</dcterms:created>
  <dcterms:modified xsi:type="dcterms:W3CDTF">2026-07-09T12:58:43Z</dcterms:modified>
</cp:coreProperties>
</file>