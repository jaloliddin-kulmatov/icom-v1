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24384000" cy="13716000"/>
  <p:notesSz cx="6858000" cy="9144000"/>
  <p:embeddedFontLst>
    <p:embeddedFont>
      <p:font typeface="KCC-Ganpan" panose="020B0600000101010101" charset="-127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499" y="-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31.png"/><Relationship Id="rId18" Type="http://schemas.openxmlformats.org/officeDocument/2006/relationships/image" Target="../media/image32.png"/><Relationship Id="rId19" Type="http://schemas.openxmlformats.org/officeDocument/2006/relationships/image" Target="../media/image33.png"/><Relationship Id="rId20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21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Relationship Id="rId17" Type="http://schemas.openxmlformats.org/officeDocument/2006/relationships/image" Target="../media/image4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26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51.png"/><Relationship Id="rId8" Type="http://schemas.openxmlformats.org/officeDocument/2006/relationships/image" Target="../media/image63.png"/><Relationship Id="rId9" Type="http://schemas.openxmlformats.org/officeDocument/2006/relationships/image" Target="../media/image64.png"/><Relationship Id="rId10" Type="http://schemas.openxmlformats.org/officeDocument/2006/relationships/image" Target="../media/image24.png"/><Relationship Id="rId11" Type="http://schemas.openxmlformats.org/officeDocument/2006/relationships/image" Target="../media/image65.png"/><Relationship Id="rId12" Type="http://schemas.openxmlformats.org/officeDocument/2006/relationships/image" Target="../media/image26.png"/><Relationship Id="rId13" Type="http://schemas.openxmlformats.org/officeDocument/2006/relationships/image" Target="../media/image66.png"/><Relationship Id="rId14" Type="http://schemas.openxmlformats.org/officeDocument/2006/relationships/image" Target="../media/image6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2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21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Relationship Id="rId11" Type="http://schemas.openxmlformats.org/officeDocument/2006/relationships/image" Target="../media/image84.png"/><Relationship Id="rId12" Type="http://schemas.openxmlformats.org/officeDocument/2006/relationships/image" Target="../media/image26.png"/><Relationship Id="rId13" Type="http://schemas.openxmlformats.org/officeDocument/2006/relationships/image" Target="../media/image85.png"/><Relationship Id="rId14" Type="http://schemas.openxmlformats.org/officeDocument/2006/relationships/image" Target="../media/image86.png"/><Relationship Id="rId15" Type="http://schemas.openxmlformats.org/officeDocument/2006/relationships/image" Target="../media/image87.png"/><Relationship Id="rId16" Type="http://schemas.openxmlformats.org/officeDocument/2006/relationships/image" Target="../media/image88.png"/><Relationship Id="rId17" Type="http://schemas.openxmlformats.org/officeDocument/2006/relationships/image" Target="../media/image89.png"/><Relationship Id="rId18" Type="http://schemas.openxmlformats.org/officeDocument/2006/relationships/image" Target="../media/image90.png"/><Relationship Id="rId19" Type="http://schemas.openxmlformats.org/officeDocument/2006/relationships/image" Target="../media/image91.png"/><Relationship Id="rId20" Type="http://schemas.openxmlformats.org/officeDocument/2006/relationships/image" Target="../media/image92.png"/><Relationship Id="rId21" Type="http://schemas.openxmlformats.org/officeDocument/2006/relationships/image" Target="../media/image9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21.png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100.png"/><Relationship Id="rId11" Type="http://schemas.openxmlformats.org/officeDocument/2006/relationships/image" Target="../media/image101.png"/><Relationship Id="rId12" Type="http://schemas.openxmlformats.org/officeDocument/2006/relationships/image" Target="../media/image26.png"/><Relationship Id="rId13" Type="http://schemas.openxmlformats.org/officeDocument/2006/relationships/image" Target="../media/image102.png"/><Relationship Id="rId14" Type="http://schemas.openxmlformats.org/officeDocument/2006/relationships/image" Target="../media/image90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Relationship Id="rId18" Type="http://schemas.openxmlformats.org/officeDocument/2006/relationships/image" Target="../media/image10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en-US" sz="15199" b="0" i="0" u="none" strike="noStrike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전통</a:t>
            </a:r>
            <a:r>
              <a:rPr lang="en-US" sz="15199" b="0" i="0" u="none" strike="noStrike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sz="15199" b="0" i="0" u="none" strike="noStrike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endParaRPr lang="en-US" sz="151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800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800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800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o'yinlar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공기놀이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Gonggi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9800" y="5676900"/>
            <a:ext cx="12293600" cy="13843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401300" y="59817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29800" y="7353300"/>
            <a:ext cx="12293600" cy="13843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401300" y="76454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29800" y="9004300"/>
            <a:ext cx="12293600" cy="13843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401300" y="92964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353800" y="5981700"/>
            <a:ext cx="98552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공깃돌을 뿌리기</a:t>
            </a:r>
          </a:p>
          <a:p>
            <a:pPr algn="l">
              <a:spcBef>
                <a:spcPts val="200"/>
              </a:spcBef>
            </a:pPr>
            <a:r>
              <a:rPr sz="24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Toshlarni yerga sochish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353800" y="7645400"/>
            <a:ext cx="102235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하늘로 돌을 던지고, 바닥에 있는 돌을 집기</a:t>
            </a:r>
          </a:p>
          <a:p>
            <a:pPr algn="l">
              <a:spcBef>
                <a:spcPts val="200"/>
              </a:spcBef>
            </a:pPr>
            <a:r>
              <a:rPr sz="24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Toshni yuqoriga otib, yerdagi toshni olish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353800" y="9296400"/>
            <a:ext cx="96647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더 이상 바닥에 돌이 없을 때까지 반복하기</a:t>
            </a:r>
          </a:p>
          <a:p>
            <a:pPr algn="l">
              <a:spcBef>
                <a:spcPts val="200"/>
              </a:spcBef>
            </a:pPr>
            <a:r>
              <a:rPr sz="24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tosh qolmaguncha takrorlash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 개의 작고 동그란 돌을 던져 손으로 잡으며 노는 놀이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havoga otib, qo'l bilan ilib o'ynaladigan o'yin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63900" y="5689600"/>
            <a:ext cx="5499100" cy="47117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29800" y="10629900"/>
            <a:ext cx="12293600" cy="13843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10401300" y="10922000"/>
            <a:ext cx="11176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 spc="-2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353800" y="10947400"/>
            <a:ext cx="9664700" cy="7620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293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공기를 손등에 올린 후 채어잡기</a:t>
            </a:r>
          </a:p>
          <a:p>
            <a:pPr algn="l">
              <a:spcBef>
                <a:spcPts val="200"/>
              </a:spcBef>
            </a:pPr>
            <a:r>
              <a:rPr sz="24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Toshlarni qo'l ustiga qo'yib, havoda ilib olish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774700" y="8128000"/>
            <a:ext cx="4737100" cy="64262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55900" y="9512300"/>
            <a:ext cx="7073900" cy="55626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3695700" y="10820400"/>
            <a:ext cx="5194300" cy="2768600"/>
          </a:xfrm>
          <a:prstGeom prst="rect">
            <a:avLst/>
          </a:prstGeom>
        </p:spPr>
        <p:txBody>
          <a:bodyPr lIns="0" tIns="46901" rIns="0" bIns="0" rtlCol="0" anchor="ctr"/>
          <a:lstStyle/>
          <a:p>
            <a:pPr lvl="0"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바닥에 있는 돌을 집을 때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Yerdagi toshni olayotganda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주변 돌을 건드리면 실패!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yon-atrofdagi toshga tegsangiz — mag'lubiyat!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한 번에 집는 돌의 개수를 늘려 가다가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martada olinadigan tosh sonini oshirib borib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다섯 개가 되면 채어잡기!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bo'lganda havoda ilib oling!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제기차기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Jegichagi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82800" y="3556000"/>
            <a:ext cx="7404100" cy="85090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6032500"/>
            <a:ext cx="495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 제기 쥐기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Jegini qo'l bilan ushlash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7600" y="7797800"/>
            <a:ext cx="7124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가볍게 던져 올리기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Yengil qilib yuqoriga otish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떨어지지 않게 계속해서 차기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Yerga tushirmasdan tepishda davom etish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7">
            <a:alphaModFix amt="52000"/>
          </a:blip>
          <a:stretch>
            <a:fillRect/>
          </a:stretch>
        </p:blipFill>
        <p:spPr>
          <a:xfrm>
            <a:off x="9664700" y="4368800"/>
            <a:ext cx="12458700" cy="10795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1049000" y="4559300"/>
            <a:ext cx="98044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제기를 가지고 발로 차는 놀이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Jegini oyoq bilan tepib o'ynaladigan o'yin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527300" y="4559300"/>
            <a:ext cx="193421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손바닥 크기의 네모난 돌을 손으로 던지거나 발로 차서 상대의 비석을 맞춰 쓰러뜨리는 놀이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Kaft kattaligidagi to'rtburchak toshni qo'l bilan otib yoki oyoq bilan tepib, raqib toshini urib ag'daradigan o'yin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92500" y="5753100"/>
            <a:ext cx="7759700" cy="65532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674600" y="5753100"/>
            <a:ext cx="8724900" cy="655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7500" y="3822700"/>
            <a:ext cx="9359900" cy="8585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446000" y="3822700"/>
            <a:ext cx="9080500" cy="848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비석치기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Biseokchigi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822700"/>
            <a:ext cx="8699500" cy="8585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242800" y="3822700"/>
            <a:ext cx="9156700" cy="8585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무궁화 꽃이 피었습니다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Mugunghwa guli ochildi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489200" y="4559300"/>
            <a:ext cx="193929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'무궁화 꽃이 피었습니다'를 외치는 동안 술래에게 다가가 술래를 치고 달아나는 놀이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'Mugunghwa guli ochildi' deb baqirayotganda unga yaqinlashib, uni urib qochadigan o'yin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60600" y="5816600"/>
            <a:ext cx="6070600" cy="34163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02000" y="8686800"/>
            <a:ext cx="5918200" cy="3327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7600" y="6032500"/>
            <a:ext cx="100330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술래는 '무궁화 꽃이 피었습니다' 외치기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'Mugunghwa guli ochildi' deb baqiradi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7600" y="7797800"/>
            <a:ext cx="10718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구호를 외치는 동안 다가가기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shior aytayotganda yaqinlashish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술래를 치고 달아나기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Quvlovchini urib qochish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421600" y="7797800"/>
            <a:ext cx="4737100" cy="64262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973300" y="9842500"/>
            <a:ext cx="7404100" cy="5562600"/>
          </a:xfrm>
          <a:prstGeom prst="rect">
            <a:avLst/>
          </a:prstGeom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34400" y="10693400"/>
            <a:ext cx="7073900" cy="55626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5494000" y="11442700"/>
            <a:ext cx="6692900" cy="1701800"/>
          </a:xfrm>
          <a:prstGeom prst="rect">
            <a:avLst/>
          </a:prstGeom>
        </p:spPr>
        <p:txBody>
          <a:bodyPr lIns="0" tIns="46901" rIns="0" bIns="0" rtlCol="0" anchor="ctr"/>
          <a:lstStyle/>
          <a:p>
            <a:pPr lvl="0"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다가간 사람은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Quvlovchiga yetib borgan odam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붙잡힌 사람을 풀어주고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ushlangan odamni ozod qilib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같이 도망갈 수 있어요!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birga qochib ketishi mumkin!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01200" y="11785600"/>
            <a:ext cx="5181600" cy="1701800"/>
          </a:xfrm>
          <a:prstGeom prst="rect">
            <a:avLst/>
          </a:prstGeom>
        </p:spPr>
        <p:txBody>
          <a:bodyPr lIns="0" tIns="46901" rIns="0" bIns="0" rtlCol="0" anchor="ctr"/>
          <a:lstStyle/>
          <a:p>
            <a:pPr lvl="0"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술래가 뒤를 돌아봤을 때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 orqasiga o'girilganda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움직이면 탈락!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qimirlagan odam o'yindan chiqadi!</a:t>
            </a:r>
          </a:p>
          <a:p>
            <a:pPr algn="ctr">
              <a:lnSpc>
                <a:spcPct val="90000"/>
              </a:lnSpc>
              <a:spcBef>
                <a:spcPts val="600"/>
              </a:spcBef>
            </a:pPr>
            <a:r>
              <a:rPr sz="3515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술래에게 붙잡혀요!</a:t>
            </a:r>
          </a:p>
          <a:p>
            <a:pPr algn="ctr">
              <a:lnSpc>
                <a:spcPct val="90000"/>
              </a:lnSpc>
              <a:spcBef>
                <a:spcPts val="100"/>
              </a:spcBef>
            </a:pPr>
            <a:r>
              <a:rPr sz="1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quvlovchiga tutilasiz!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둥글게 둥글게</a:t>
            </a:r>
          </a:p>
          <a:p>
            <a:pPr algn="ctr">
              <a:spcBef>
                <a:spcPts val="600"/>
              </a:spcBef>
            </a:pPr>
            <a:r>
              <a:rPr sz="2800" b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Aylana bo'lib, aylana bo'lib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727700"/>
            <a:ext cx="12458700" cy="1460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0325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480300"/>
            <a:ext cx="12458700" cy="1460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7978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32900"/>
            <a:ext cx="12458700" cy="146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5040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32500"/>
            <a:ext cx="9321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손잡고 원 만들어 노래 부르며 돌기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Qo'l ushlashib aylana yasab, qo'shiq aytib aylanish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797800"/>
            <a:ext cx="10388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술래가 부르는 숫자를 잘 듣기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Boshlovchi aytgan sonni diqqat bilan tinglash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7600" y="9550400"/>
            <a:ext cx="10210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숫자에 맞는 인원 수대로 그룹 만들기</a:t>
            </a:r>
          </a:p>
          <a:p>
            <a:pPr algn="l">
              <a:spcBef>
                <a:spcPts val="200"/>
              </a:spcBef>
            </a:pPr>
            <a:r>
              <a:rPr sz="26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Songa mos ravishda o'sha sonli guruh tuzish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0795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4152900" y="4559300"/>
            <a:ext cx="167005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아이들과 함께 손을 잡고 원을 만들어 율동에 맞춰 도는 신체 놀이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Bolalar bilan qo'l ushlashib, aylana yasab, musiqa ohangida aylanadigan harakatli o'yin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>
            <a:alphaModFix amt="52000"/>
          </a:blip>
          <a:stretch>
            <a:fillRect/>
          </a:stretch>
        </p:blipFill>
        <p:spPr>
          <a:xfrm>
            <a:off x="2260600" y="10985500"/>
            <a:ext cx="19862800" cy="1079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4102100" y="11163300"/>
            <a:ext cx="16700500" cy="711200"/>
          </a:xfrm>
          <a:prstGeom prst="rect">
            <a:avLst/>
          </a:prstGeom>
        </p:spPr>
        <p:txBody>
          <a:bodyPr lIns="0" tIns="50799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무리에 끼지 못했거나 정해진 숫자대로 만들지 못한 사람은 탈락!</a:t>
            </a:r>
          </a:p>
          <a:p>
            <a:pPr algn="ctr">
              <a:spcBef>
                <a:spcPts val="300"/>
              </a:spcBef>
            </a:pPr>
            <a:r>
              <a:rPr sz="2200" b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Guruhga qo'shila olmagan yoki belgilangan songa yetkaza olmagan odam o'yindan chiqadi!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52800" y="5791200"/>
            <a:ext cx="52832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</Words>
  <Application>Microsoft Office PowerPoint</Application>
  <PresentationFormat>사용자 지정</PresentationFormat>
  <Paragraphs>58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KCC-Ganpan</vt:lpstr>
      <vt:lpstr>S-Core Dream 3 Light</vt:lpstr>
      <vt:lpstr>Arial</vt:lpstr>
      <vt:lpstr>S-Core Dream 8 Heavy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2</cp:revision>
  <dcterms:created xsi:type="dcterms:W3CDTF">2006-08-16T00:00:00Z</dcterms:created>
  <dcterms:modified xsi:type="dcterms:W3CDTF">2026-06-28T14:17:10Z</dcterms:modified>
</cp:coreProperties>
</file>